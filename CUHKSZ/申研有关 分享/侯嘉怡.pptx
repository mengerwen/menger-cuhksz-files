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668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17B7C3-F3F8-41BE-A45D-1A58A6386BD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0B7E1F-7CE2-4B18-A3FC-DFBBA830E125}">
      <dgm:prSet/>
      <dgm:spPr/>
      <dgm:t>
        <a:bodyPr/>
        <a:lstStyle/>
        <a:p>
          <a:r>
            <a:rPr lang="zh-CN"/>
            <a:t>可以：</a:t>
          </a:r>
          <a:endParaRPr lang="en-US"/>
        </a:p>
      </dgm:t>
    </dgm:pt>
    <dgm:pt modelId="{297F5829-DAEC-439A-B577-2A3813B62294}" type="parTrans" cxnId="{8D8BAC38-348B-4496-B642-D0D70FCA9728}">
      <dgm:prSet/>
      <dgm:spPr/>
      <dgm:t>
        <a:bodyPr/>
        <a:lstStyle/>
        <a:p>
          <a:endParaRPr lang="en-US"/>
        </a:p>
      </dgm:t>
    </dgm:pt>
    <dgm:pt modelId="{43B55F1D-7C44-4493-9DF8-8789FDF04FF7}" type="sibTrans" cxnId="{8D8BAC38-348B-4496-B642-D0D70FCA9728}">
      <dgm:prSet/>
      <dgm:spPr/>
      <dgm:t>
        <a:bodyPr/>
        <a:lstStyle/>
        <a:p>
          <a:endParaRPr lang="en-US"/>
        </a:p>
      </dgm:t>
    </dgm:pt>
    <dgm:pt modelId="{31A13DC5-89E2-4A56-B25D-0508EFBC32BA}">
      <dgm:prSet/>
      <dgm:spPr/>
      <dgm:t>
        <a:bodyPr/>
        <a:lstStyle/>
        <a:p>
          <a:r>
            <a:rPr lang="zh-CN" dirty="0"/>
            <a:t>中文稿的</a:t>
          </a:r>
          <a:r>
            <a:rPr lang="en-US" dirty="0"/>
            <a:t>brainstorm</a:t>
          </a:r>
        </a:p>
      </dgm:t>
    </dgm:pt>
    <dgm:pt modelId="{500E519B-3726-4602-A457-FACD84208026}" type="parTrans" cxnId="{1DF7CE35-726D-4042-AD9E-52FE3E1CB8B5}">
      <dgm:prSet/>
      <dgm:spPr/>
      <dgm:t>
        <a:bodyPr/>
        <a:lstStyle/>
        <a:p>
          <a:endParaRPr lang="en-US"/>
        </a:p>
      </dgm:t>
    </dgm:pt>
    <dgm:pt modelId="{2F173D31-C371-4B0A-81D7-F1DE07461A80}" type="sibTrans" cxnId="{1DF7CE35-726D-4042-AD9E-52FE3E1CB8B5}">
      <dgm:prSet/>
      <dgm:spPr/>
      <dgm:t>
        <a:bodyPr/>
        <a:lstStyle/>
        <a:p>
          <a:endParaRPr lang="en-US"/>
        </a:p>
      </dgm:t>
    </dgm:pt>
    <dgm:pt modelId="{D578D9D2-CB22-42A2-B254-88D8F9F54BA0}">
      <dgm:prSet/>
      <dgm:spPr/>
      <dgm:t>
        <a:bodyPr/>
        <a:lstStyle/>
        <a:p>
          <a:r>
            <a:rPr lang="zh-CN"/>
            <a:t>中文稿的语言组织</a:t>
          </a:r>
          <a:endParaRPr lang="en-US"/>
        </a:p>
      </dgm:t>
    </dgm:pt>
    <dgm:pt modelId="{1B3AB1AB-7DD9-4248-BE07-03E82A0C4BD2}" type="parTrans" cxnId="{EAC00B87-3C91-4F02-A02C-B94F3D94BB76}">
      <dgm:prSet/>
      <dgm:spPr/>
      <dgm:t>
        <a:bodyPr/>
        <a:lstStyle/>
        <a:p>
          <a:endParaRPr lang="en-US"/>
        </a:p>
      </dgm:t>
    </dgm:pt>
    <dgm:pt modelId="{C6BA065A-58E1-46E5-8610-B64D648E6DAC}" type="sibTrans" cxnId="{EAC00B87-3C91-4F02-A02C-B94F3D94BB76}">
      <dgm:prSet/>
      <dgm:spPr/>
      <dgm:t>
        <a:bodyPr/>
        <a:lstStyle/>
        <a:p>
          <a:endParaRPr lang="en-US"/>
        </a:p>
      </dgm:t>
    </dgm:pt>
    <dgm:pt modelId="{1FE85A00-1E53-489F-9012-185E1F00FDA3}">
      <dgm:prSet/>
      <dgm:spPr/>
      <dgm:t>
        <a:bodyPr/>
        <a:lstStyle/>
        <a:p>
          <a:r>
            <a:rPr lang="zh-CN"/>
            <a:t>英文稿的删减压缩</a:t>
          </a:r>
          <a:endParaRPr lang="en-US"/>
        </a:p>
      </dgm:t>
    </dgm:pt>
    <dgm:pt modelId="{57282CA3-B9FC-4338-8149-E2120AD4D4A0}" type="parTrans" cxnId="{4F383A47-5486-4EC8-BA0D-AF272C9C26A7}">
      <dgm:prSet/>
      <dgm:spPr/>
      <dgm:t>
        <a:bodyPr/>
        <a:lstStyle/>
        <a:p>
          <a:endParaRPr lang="en-US"/>
        </a:p>
      </dgm:t>
    </dgm:pt>
    <dgm:pt modelId="{ABA6DB64-ADEE-4187-B338-1BB52647CF65}" type="sibTrans" cxnId="{4F383A47-5486-4EC8-BA0D-AF272C9C26A7}">
      <dgm:prSet/>
      <dgm:spPr/>
      <dgm:t>
        <a:bodyPr/>
        <a:lstStyle/>
        <a:p>
          <a:endParaRPr lang="en-US"/>
        </a:p>
      </dgm:t>
    </dgm:pt>
    <dgm:pt modelId="{6BFEB27C-5334-4AB6-88A1-E2D70107BC79}">
      <dgm:prSet/>
      <dgm:spPr/>
      <dgm:t>
        <a:bodyPr/>
        <a:lstStyle/>
        <a:p>
          <a:r>
            <a:rPr lang="zh-CN"/>
            <a:t>千万不可以：</a:t>
          </a:r>
          <a:endParaRPr lang="en-US"/>
        </a:p>
      </dgm:t>
    </dgm:pt>
    <dgm:pt modelId="{BCE90DDF-9D39-4FA6-977B-8570C1C28578}" type="parTrans" cxnId="{7D7B703A-337D-42A3-8B97-84274A90E9FF}">
      <dgm:prSet/>
      <dgm:spPr/>
      <dgm:t>
        <a:bodyPr/>
        <a:lstStyle/>
        <a:p>
          <a:endParaRPr lang="en-US"/>
        </a:p>
      </dgm:t>
    </dgm:pt>
    <dgm:pt modelId="{993E313A-ED67-494D-AEBC-05C7728A2637}" type="sibTrans" cxnId="{7D7B703A-337D-42A3-8B97-84274A90E9FF}">
      <dgm:prSet/>
      <dgm:spPr/>
      <dgm:t>
        <a:bodyPr/>
        <a:lstStyle/>
        <a:p>
          <a:endParaRPr lang="en-US"/>
        </a:p>
      </dgm:t>
    </dgm:pt>
    <dgm:pt modelId="{4AA10EDE-3082-4ACD-AEC2-B4103203CDF2}">
      <dgm:prSet/>
      <dgm:spPr/>
      <dgm:t>
        <a:bodyPr/>
        <a:lstStyle/>
        <a:p>
          <a:r>
            <a:rPr lang="zh-CN"/>
            <a:t>中文稿的逻辑链接</a:t>
          </a:r>
          <a:endParaRPr lang="en-US"/>
        </a:p>
      </dgm:t>
    </dgm:pt>
    <dgm:pt modelId="{7B4B763E-D810-41EC-B7AC-EE6F83EFF67B}" type="parTrans" cxnId="{A1023D58-DEFF-4B40-9320-CB411FE17DB8}">
      <dgm:prSet/>
      <dgm:spPr/>
      <dgm:t>
        <a:bodyPr/>
        <a:lstStyle/>
        <a:p>
          <a:endParaRPr lang="en-US"/>
        </a:p>
      </dgm:t>
    </dgm:pt>
    <dgm:pt modelId="{43B50DE4-1B75-494A-BE55-9E5D6125B99D}" type="sibTrans" cxnId="{A1023D58-DEFF-4B40-9320-CB411FE17DB8}">
      <dgm:prSet/>
      <dgm:spPr/>
      <dgm:t>
        <a:bodyPr/>
        <a:lstStyle/>
        <a:p>
          <a:endParaRPr lang="en-US"/>
        </a:p>
      </dgm:t>
    </dgm:pt>
    <dgm:pt modelId="{F8A67339-4129-47F5-92DD-92584EA01647}">
      <dgm:prSet/>
      <dgm:spPr/>
      <dgm:t>
        <a:bodyPr/>
        <a:lstStyle/>
        <a:p>
          <a:r>
            <a:rPr lang="zh-CN"/>
            <a:t>英文稿的语言润色</a:t>
          </a:r>
          <a:endParaRPr lang="en-US"/>
        </a:p>
      </dgm:t>
    </dgm:pt>
    <dgm:pt modelId="{966A1135-26EC-4745-989B-20E441867398}" type="parTrans" cxnId="{609B6408-D8E2-4383-9B0C-3127F7F415AF}">
      <dgm:prSet/>
      <dgm:spPr/>
      <dgm:t>
        <a:bodyPr/>
        <a:lstStyle/>
        <a:p>
          <a:endParaRPr lang="en-US"/>
        </a:p>
      </dgm:t>
    </dgm:pt>
    <dgm:pt modelId="{4E8F1204-4916-4C6D-A2B8-68ECA1C55411}" type="sibTrans" cxnId="{609B6408-D8E2-4383-9B0C-3127F7F415AF}">
      <dgm:prSet/>
      <dgm:spPr/>
      <dgm:t>
        <a:bodyPr/>
        <a:lstStyle/>
        <a:p>
          <a:endParaRPr lang="en-US"/>
        </a:p>
      </dgm:t>
    </dgm:pt>
    <dgm:pt modelId="{3E376F9D-B5C8-4954-B448-CF268CDBB76C}" type="pres">
      <dgm:prSet presAssocID="{7C17B7C3-F3F8-41BE-A45D-1A58A6386BDD}" presName="Name0" presStyleCnt="0">
        <dgm:presLayoutVars>
          <dgm:dir/>
          <dgm:animLvl val="lvl"/>
          <dgm:resizeHandles val="exact"/>
        </dgm:presLayoutVars>
      </dgm:prSet>
      <dgm:spPr/>
    </dgm:pt>
    <dgm:pt modelId="{DF13F552-0D04-4D88-856F-4F4E5E5E6BB8}" type="pres">
      <dgm:prSet presAssocID="{800B7E1F-7CE2-4B18-A3FC-DFBBA830E125}" presName="composite" presStyleCnt="0"/>
      <dgm:spPr/>
    </dgm:pt>
    <dgm:pt modelId="{62196E4D-5CCA-4594-A13F-5B09C6716F85}" type="pres">
      <dgm:prSet presAssocID="{800B7E1F-7CE2-4B18-A3FC-DFBBA830E1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F42FFA4A-F9B9-4616-B6FC-906B386D3C50}" type="pres">
      <dgm:prSet presAssocID="{800B7E1F-7CE2-4B18-A3FC-DFBBA830E125}" presName="desTx" presStyleLbl="alignAccFollowNode1" presStyleIdx="0" presStyleCnt="2">
        <dgm:presLayoutVars>
          <dgm:bulletEnabled val="1"/>
        </dgm:presLayoutVars>
      </dgm:prSet>
      <dgm:spPr/>
    </dgm:pt>
    <dgm:pt modelId="{EC45F697-4209-4216-9152-88A810103FE0}" type="pres">
      <dgm:prSet presAssocID="{43B55F1D-7C44-4493-9DF8-8789FDF04FF7}" presName="space" presStyleCnt="0"/>
      <dgm:spPr/>
    </dgm:pt>
    <dgm:pt modelId="{37C15BED-C999-4B19-800F-91027847F208}" type="pres">
      <dgm:prSet presAssocID="{6BFEB27C-5334-4AB6-88A1-E2D70107BC79}" presName="composite" presStyleCnt="0"/>
      <dgm:spPr/>
    </dgm:pt>
    <dgm:pt modelId="{90498743-CF6A-4607-8785-48059CC845AF}" type="pres">
      <dgm:prSet presAssocID="{6BFEB27C-5334-4AB6-88A1-E2D70107BC7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F61081B5-C75D-4FE1-8AB7-7D589F6F8E04}" type="pres">
      <dgm:prSet presAssocID="{6BFEB27C-5334-4AB6-88A1-E2D70107BC7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09B6408-D8E2-4383-9B0C-3127F7F415AF}" srcId="{6BFEB27C-5334-4AB6-88A1-E2D70107BC79}" destId="{F8A67339-4129-47F5-92DD-92584EA01647}" srcOrd="1" destOrd="0" parTransId="{966A1135-26EC-4745-989B-20E441867398}" sibTransId="{4E8F1204-4916-4C6D-A2B8-68ECA1C55411}"/>
    <dgm:cxn modelId="{39DEC608-410B-4278-AD9E-E57478AA22A0}" type="presOf" srcId="{D578D9D2-CB22-42A2-B254-88D8F9F54BA0}" destId="{F42FFA4A-F9B9-4616-B6FC-906B386D3C50}" srcOrd="0" destOrd="1" presId="urn:microsoft.com/office/officeart/2005/8/layout/hList1"/>
    <dgm:cxn modelId="{DF1EEA2B-1F4C-4BE7-9809-3DCDA3DD464A}" type="presOf" srcId="{1FE85A00-1E53-489F-9012-185E1F00FDA3}" destId="{F42FFA4A-F9B9-4616-B6FC-906B386D3C50}" srcOrd="0" destOrd="2" presId="urn:microsoft.com/office/officeart/2005/8/layout/hList1"/>
    <dgm:cxn modelId="{602B882F-593C-4B0E-B2C4-62D1828E241D}" type="presOf" srcId="{7C17B7C3-F3F8-41BE-A45D-1A58A6386BDD}" destId="{3E376F9D-B5C8-4954-B448-CF268CDBB76C}" srcOrd="0" destOrd="0" presId="urn:microsoft.com/office/officeart/2005/8/layout/hList1"/>
    <dgm:cxn modelId="{1DF7CE35-726D-4042-AD9E-52FE3E1CB8B5}" srcId="{800B7E1F-7CE2-4B18-A3FC-DFBBA830E125}" destId="{31A13DC5-89E2-4A56-B25D-0508EFBC32BA}" srcOrd="0" destOrd="0" parTransId="{500E519B-3726-4602-A457-FACD84208026}" sibTransId="{2F173D31-C371-4B0A-81D7-F1DE07461A80}"/>
    <dgm:cxn modelId="{8D8BAC38-348B-4496-B642-D0D70FCA9728}" srcId="{7C17B7C3-F3F8-41BE-A45D-1A58A6386BDD}" destId="{800B7E1F-7CE2-4B18-A3FC-DFBBA830E125}" srcOrd="0" destOrd="0" parTransId="{297F5829-DAEC-439A-B577-2A3813B62294}" sibTransId="{43B55F1D-7C44-4493-9DF8-8789FDF04FF7}"/>
    <dgm:cxn modelId="{7D7B703A-337D-42A3-8B97-84274A90E9FF}" srcId="{7C17B7C3-F3F8-41BE-A45D-1A58A6386BDD}" destId="{6BFEB27C-5334-4AB6-88A1-E2D70107BC79}" srcOrd="1" destOrd="0" parTransId="{BCE90DDF-9D39-4FA6-977B-8570C1C28578}" sibTransId="{993E313A-ED67-494D-AEBC-05C7728A2637}"/>
    <dgm:cxn modelId="{4B54DE5F-AEB9-4FF3-947E-05905CDDC814}" type="presOf" srcId="{4AA10EDE-3082-4ACD-AEC2-B4103203CDF2}" destId="{F61081B5-C75D-4FE1-8AB7-7D589F6F8E04}" srcOrd="0" destOrd="0" presId="urn:microsoft.com/office/officeart/2005/8/layout/hList1"/>
    <dgm:cxn modelId="{4F383A47-5486-4EC8-BA0D-AF272C9C26A7}" srcId="{800B7E1F-7CE2-4B18-A3FC-DFBBA830E125}" destId="{1FE85A00-1E53-489F-9012-185E1F00FDA3}" srcOrd="2" destOrd="0" parTransId="{57282CA3-B9FC-4338-8149-E2120AD4D4A0}" sibTransId="{ABA6DB64-ADEE-4187-B338-1BB52647CF65}"/>
    <dgm:cxn modelId="{9E40A647-3590-4DD4-A183-4308F051D593}" type="presOf" srcId="{800B7E1F-7CE2-4B18-A3FC-DFBBA830E125}" destId="{62196E4D-5CCA-4594-A13F-5B09C6716F85}" srcOrd="0" destOrd="0" presId="urn:microsoft.com/office/officeart/2005/8/layout/hList1"/>
    <dgm:cxn modelId="{FE3E654B-4C79-46DC-89C7-493148AD2021}" type="presOf" srcId="{6BFEB27C-5334-4AB6-88A1-E2D70107BC79}" destId="{90498743-CF6A-4607-8785-48059CC845AF}" srcOrd="0" destOrd="0" presId="urn:microsoft.com/office/officeart/2005/8/layout/hList1"/>
    <dgm:cxn modelId="{A1023D58-DEFF-4B40-9320-CB411FE17DB8}" srcId="{6BFEB27C-5334-4AB6-88A1-E2D70107BC79}" destId="{4AA10EDE-3082-4ACD-AEC2-B4103203CDF2}" srcOrd="0" destOrd="0" parTransId="{7B4B763E-D810-41EC-B7AC-EE6F83EFF67B}" sibTransId="{43B50DE4-1B75-494A-BE55-9E5D6125B99D}"/>
    <dgm:cxn modelId="{EAC00B87-3C91-4F02-A02C-B94F3D94BB76}" srcId="{800B7E1F-7CE2-4B18-A3FC-DFBBA830E125}" destId="{D578D9D2-CB22-42A2-B254-88D8F9F54BA0}" srcOrd="1" destOrd="0" parTransId="{1B3AB1AB-7DD9-4248-BE07-03E82A0C4BD2}" sibTransId="{C6BA065A-58E1-46E5-8610-B64D648E6DAC}"/>
    <dgm:cxn modelId="{E5E944DC-962C-4FFC-87B5-7BE39ABD7398}" type="presOf" srcId="{31A13DC5-89E2-4A56-B25D-0508EFBC32BA}" destId="{F42FFA4A-F9B9-4616-B6FC-906B386D3C50}" srcOrd="0" destOrd="0" presId="urn:microsoft.com/office/officeart/2005/8/layout/hList1"/>
    <dgm:cxn modelId="{753E95DC-5A20-4213-8863-1D4BEC466AA6}" type="presOf" srcId="{F8A67339-4129-47F5-92DD-92584EA01647}" destId="{F61081B5-C75D-4FE1-8AB7-7D589F6F8E04}" srcOrd="0" destOrd="1" presId="urn:microsoft.com/office/officeart/2005/8/layout/hList1"/>
    <dgm:cxn modelId="{F4618DD2-A902-43BB-916D-2C492371B018}" type="presParOf" srcId="{3E376F9D-B5C8-4954-B448-CF268CDBB76C}" destId="{DF13F552-0D04-4D88-856F-4F4E5E5E6BB8}" srcOrd="0" destOrd="0" presId="urn:microsoft.com/office/officeart/2005/8/layout/hList1"/>
    <dgm:cxn modelId="{593A0318-77CA-4BC6-AC99-039D47C9A781}" type="presParOf" srcId="{DF13F552-0D04-4D88-856F-4F4E5E5E6BB8}" destId="{62196E4D-5CCA-4594-A13F-5B09C6716F85}" srcOrd="0" destOrd="0" presId="urn:microsoft.com/office/officeart/2005/8/layout/hList1"/>
    <dgm:cxn modelId="{CFC95B79-57E7-413A-834C-BC63B70B2787}" type="presParOf" srcId="{DF13F552-0D04-4D88-856F-4F4E5E5E6BB8}" destId="{F42FFA4A-F9B9-4616-B6FC-906B386D3C50}" srcOrd="1" destOrd="0" presId="urn:microsoft.com/office/officeart/2005/8/layout/hList1"/>
    <dgm:cxn modelId="{0AC012E5-09C2-4814-88B7-91156E70721C}" type="presParOf" srcId="{3E376F9D-B5C8-4954-B448-CF268CDBB76C}" destId="{EC45F697-4209-4216-9152-88A810103FE0}" srcOrd="1" destOrd="0" presId="urn:microsoft.com/office/officeart/2005/8/layout/hList1"/>
    <dgm:cxn modelId="{8511FB98-40C3-46BA-A671-5B015CEFB9A6}" type="presParOf" srcId="{3E376F9D-B5C8-4954-B448-CF268CDBB76C}" destId="{37C15BED-C999-4B19-800F-91027847F208}" srcOrd="2" destOrd="0" presId="urn:microsoft.com/office/officeart/2005/8/layout/hList1"/>
    <dgm:cxn modelId="{222DC75D-0F83-44F0-A1AB-86B249AB0A78}" type="presParOf" srcId="{37C15BED-C999-4B19-800F-91027847F208}" destId="{90498743-CF6A-4607-8785-48059CC845AF}" srcOrd="0" destOrd="0" presId="urn:microsoft.com/office/officeart/2005/8/layout/hList1"/>
    <dgm:cxn modelId="{834BFB19-38D9-462B-9AB3-E319AA07023B}" type="presParOf" srcId="{37C15BED-C999-4B19-800F-91027847F208}" destId="{F61081B5-C75D-4FE1-8AB7-7D589F6F8E0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631ACF-092D-4853-BDF3-23283E2769A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7A8FEFD-2AD4-4C31-92B5-3FF05332C1AB}">
      <dgm:prSet/>
      <dgm:spPr/>
      <dgm:t>
        <a:bodyPr/>
        <a:lstStyle/>
        <a:p>
          <a:pPr>
            <a:defRPr b="1"/>
          </a:pPr>
          <a:r>
            <a:rPr lang="zh-CN"/>
            <a:t>选校优先级</a:t>
          </a:r>
          <a:endParaRPr lang="en-US"/>
        </a:p>
      </dgm:t>
    </dgm:pt>
    <dgm:pt modelId="{45D0C5E5-5915-4C9F-9FEA-DF44D999AFFC}" type="parTrans" cxnId="{9E4D8F62-F230-4F65-85A8-C2BD7187FBDA}">
      <dgm:prSet/>
      <dgm:spPr/>
      <dgm:t>
        <a:bodyPr/>
        <a:lstStyle/>
        <a:p>
          <a:endParaRPr lang="en-US"/>
        </a:p>
      </dgm:t>
    </dgm:pt>
    <dgm:pt modelId="{435D3666-12A1-4D83-BA42-E02838A6A680}" type="sibTrans" cxnId="{9E4D8F62-F230-4F65-85A8-C2BD7187FBDA}">
      <dgm:prSet/>
      <dgm:spPr/>
      <dgm:t>
        <a:bodyPr/>
        <a:lstStyle/>
        <a:p>
          <a:endParaRPr lang="en-US"/>
        </a:p>
      </dgm:t>
    </dgm:pt>
    <dgm:pt modelId="{C44B2A69-1833-4EAC-BE9D-D1BCE71A4F78}">
      <dgm:prSet/>
      <dgm:spPr/>
      <dgm:t>
        <a:bodyPr/>
        <a:lstStyle/>
        <a:p>
          <a:r>
            <a:rPr lang="zh-CN"/>
            <a:t>留在当地</a:t>
          </a:r>
          <a:endParaRPr lang="en-US"/>
        </a:p>
      </dgm:t>
    </dgm:pt>
    <dgm:pt modelId="{1F7CA4E6-F619-4B2D-8089-38858419EBC2}" type="parTrans" cxnId="{C99423BF-B94F-4854-9782-A6A785FD41C0}">
      <dgm:prSet/>
      <dgm:spPr/>
      <dgm:t>
        <a:bodyPr/>
        <a:lstStyle/>
        <a:p>
          <a:endParaRPr lang="en-US"/>
        </a:p>
      </dgm:t>
    </dgm:pt>
    <dgm:pt modelId="{EDD1FEAB-4C11-4F4B-85F4-171BD38C5F16}" type="sibTrans" cxnId="{C99423BF-B94F-4854-9782-A6A785FD41C0}">
      <dgm:prSet/>
      <dgm:spPr/>
      <dgm:t>
        <a:bodyPr/>
        <a:lstStyle/>
        <a:p>
          <a:endParaRPr lang="en-US"/>
        </a:p>
      </dgm:t>
    </dgm:pt>
    <dgm:pt modelId="{A8663B7E-A8A2-4F9D-8815-02F0EF65CD87}">
      <dgm:prSet/>
      <dgm:spPr/>
      <dgm:t>
        <a:bodyPr/>
        <a:lstStyle/>
        <a:p>
          <a:r>
            <a:rPr lang="en-US"/>
            <a:t>Title</a:t>
          </a:r>
        </a:p>
      </dgm:t>
    </dgm:pt>
    <dgm:pt modelId="{3207E339-67ED-41BC-ABC5-13B05FBA2F5B}" type="parTrans" cxnId="{90CAA053-A493-4FD0-8D84-68274510126D}">
      <dgm:prSet/>
      <dgm:spPr/>
      <dgm:t>
        <a:bodyPr/>
        <a:lstStyle/>
        <a:p>
          <a:endParaRPr lang="en-US"/>
        </a:p>
      </dgm:t>
    </dgm:pt>
    <dgm:pt modelId="{57B0C8E6-5B70-48B5-BF37-40EBC28B2E21}" type="sibTrans" cxnId="{90CAA053-A493-4FD0-8D84-68274510126D}">
      <dgm:prSet/>
      <dgm:spPr/>
      <dgm:t>
        <a:bodyPr/>
        <a:lstStyle/>
        <a:p>
          <a:endParaRPr lang="en-US"/>
        </a:p>
      </dgm:t>
    </dgm:pt>
    <dgm:pt modelId="{6399A906-D2B3-451D-9018-B979ADAF8F0D}">
      <dgm:prSet/>
      <dgm:spPr/>
      <dgm:t>
        <a:bodyPr/>
        <a:lstStyle/>
        <a:p>
          <a:r>
            <a:rPr lang="zh-CN"/>
            <a:t>经济考量</a:t>
          </a:r>
          <a:endParaRPr lang="en-US"/>
        </a:p>
      </dgm:t>
    </dgm:pt>
    <dgm:pt modelId="{112637D3-86E4-442F-9896-945D0FAA08D7}" type="parTrans" cxnId="{4066411B-AC3A-40F8-96AC-CFB7EAB2ECA5}">
      <dgm:prSet/>
      <dgm:spPr/>
      <dgm:t>
        <a:bodyPr/>
        <a:lstStyle/>
        <a:p>
          <a:endParaRPr lang="en-US"/>
        </a:p>
      </dgm:t>
    </dgm:pt>
    <dgm:pt modelId="{9BE1301C-E40C-4219-8DA6-569DB5B87C3E}" type="sibTrans" cxnId="{4066411B-AC3A-40F8-96AC-CFB7EAB2ECA5}">
      <dgm:prSet/>
      <dgm:spPr/>
      <dgm:t>
        <a:bodyPr/>
        <a:lstStyle/>
        <a:p>
          <a:endParaRPr lang="en-US"/>
        </a:p>
      </dgm:t>
    </dgm:pt>
    <dgm:pt modelId="{C5BA7673-76C8-4492-A687-A3B8AFA7C9D8}">
      <dgm:prSet/>
      <dgm:spPr/>
      <dgm:t>
        <a:bodyPr/>
        <a:lstStyle/>
        <a:p>
          <a:r>
            <a:rPr lang="zh-CN"/>
            <a:t>转专业</a:t>
          </a:r>
          <a:endParaRPr lang="en-US"/>
        </a:p>
      </dgm:t>
    </dgm:pt>
    <dgm:pt modelId="{0E07B973-398B-43E1-961D-746636FDA738}" type="parTrans" cxnId="{7D3F98E7-6256-4C0D-AFF3-A874978724C6}">
      <dgm:prSet/>
      <dgm:spPr/>
      <dgm:t>
        <a:bodyPr/>
        <a:lstStyle/>
        <a:p>
          <a:endParaRPr lang="en-US"/>
        </a:p>
      </dgm:t>
    </dgm:pt>
    <dgm:pt modelId="{F46AE681-D74F-42D9-B61E-4380CF3890EF}" type="sibTrans" cxnId="{7D3F98E7-6256-4C0D-AFF3-A874978724C6}">
      <dgm:prSet/>
      <dgm:spPr/>
      <dgm:t>
        <a:bodyPr/>
        <a:lstStyle/>
        <a:p>
          <a:endParaRPr lang="en-US"/>
        </a:p>
      </dgm:t>
    </dgm:pt>
    <dgm:pt modelId="{E3BD5284-8154-4CE4-A897-158B6F86F879}">
      <dgm:prSet/>
      <dgm:spPr/>
      <dgm:t>
        <a:bodyPr/>
        <a:lstStyle/>
        <a:p>
          <a:pPr>
            <a:defRPr b="1"/>
          </a:pPr>
          <a:r>
            <a:rPr lang="zh-CN"/>
            <a:t>大四上的成绩校方到底参不参考？</a:t>
          </a:r>
          <a:endParaRPr lang="en-US"/>
        </a:p>
      </dgm:t>
    </dgm:pt>
    <dgm:pt modelId="{89FA5F3B-1605-4B76-9ACB-C3F427F9ECCC}" type="parTrans" cxnId="{F5639734-5592-4990-BC9C-B276AA034F2B}">
      <dgm:prSet/>
      <dgm:spPr/>
      <dgm:t>
        <a:bodyPr/>
        <a:lstStyle/>
        <a:p>
          <a:endParaRPr lang="en-US"/>
        </a:p>
      </dgm:t>
    </dgm:pt>
    <dgm:pt modelId="{654C454F-2C25-4261-8FBF-D25DFCA2005F}" type="sibTrans" cxnId="{F5639734-5592-4990-BC9C-B276AA034F2B}">
      <dgm:prSet/>
      <dgm:spPr/>
      <dgm:t>
        <a:bodyPr/>
        <a:lstStyle/>
        <a:p>
          <a:endParaRPr lang="en-US"/>
        </a:p>
      </dgm:t>
    </dgm:pt>
    <dgm:pt modelId="{B91035B4-BFC5-45F5-A1EA-16F66839E4E6}">
      <dgm:prSet/>
      <dgm:spPr/>
      <dgm:t>
        <a:bodyPr/>
        <a:lstStyle/>
        <a:p>
          <a:r>
            <a:rPr lang="zh-CN"/>
            <a:t>大四上的选课可以用作背景补充</a:t>
          </a:r>
          <a:endParaRPr lang="en-US"/>
        </a:p>
      </dgm:t>
    </dgm:pt>
    <dgm:pt modelId="{ABED25F5-39FD-4AD2-AA05-DF82453130E6}" type="parTrans" cxnId="{95BB6A96-F1B4-435A-A1F1-6D82E8F5CF89}">
      <dgm:prSet/>
      <dgm:spPr/>
      <dgm:t>
        <a:bodyPr/>
        <a:lstStyle/>
        <a:p>
          <a:endParaRPr lang="en-US"/>
        </a:p>
      </dgm:t>
    </dgm:pt>
    <dgm:pt modelId="{DA687673-DCC5-4D83-AE30-90785E04CE4F}" type="sibTrans" cxnId="{95BB6A96-F1B4-435A-A1F1-6D82E8F5CF89}">
      <dgm:prSet/>
      <dgm:spPr/>
      <dgm:t>
        <a:bodyPr/>
        <a:lstStyle/>
        <a:p>
          <a:endParaRPr lang="en-US"/>
        </a:p>
      </dgm:t>
    </dgm:pt>
    <dgm:pt modelId="{263EED65-F497-43B1-9975-E0EEF2AAC3CB}">
      <dgm:prSet/>
      <dgm:spPr/>
      <dgm:t>
        <a:bodyPr/>
        <a:lstStyle/>
        <a:p>
          <a:r>
            <a:rPr lang="zh-CN"/>
            <a:t>绝大多数学校（英港新）大四上的成绩自愿更新</a:t>
          </a:r>
          <a:endParaRPr lang="en-US"/>
        </a:p>
      </dgm:t>
    </dgm:pt>
    <dgm:pt modelId="{7DADEA64-34C4-4D62-BF93-89A803254B8D}" type="parTrans" cxnId="{C3D7D206-30E9-43D0-816B-FA094B5D6B5E}">
      <dgm:prSet/>
      <dgm:spPr/>
      <dgm:t>
        <a:bodyPr/>
        <a:lstStyle/>
        <a:p>
          <a:endParaRPr lang="en-US"/>
        </a:p>
      </dgm:t>
    </dgm:pt>
    <dgm:pt modelId="{4EA1447E-A387-431A-BD90-580DF62F3C33}" type="sibTrans" cxnId="{C3D7D206-30E9-43D0-816B-FA094B5D6B5E}">
      <dgm:prSet/>
      <dgm:spPr/>
      <dgm:t>
        <a:bodyPr/>
        <a:lstStyle/>
        <a:p>
          <a:endParaRPr lang="en-US"/>
        </a:p>
      </dgm:t>
    </dgm:pt>
    <dgm:pt modelId="{9356AA87-A7D6-49EE-B700-CD5E23918A1E}">
      <dgm:prSet/>
      <dgm:spPr/>
      <dgm:t>
        <a:bodyPr/>
        <a:lstStyle/>
        <a:p>
          <a:r>
            <a:rPr lang="zh-CN"/>
            <a:t>读博参考全部本科成绩</a:t>
          </a:r>
          <a:endParaRPr lang="en-US"/>
        </a:p>
      </dgm:t>
    </dgm:pt>
    <dgm:pt modelId="{E8B6D5E5-EEC0-498C-9D40-D6976A1878E8}" type="parTrans" cxnId="{72A777FA-CD55-4335-B802-7B5B32C3F8C6}">
      <dgm:prSet/>
      <dgm:spPr/>
      <dgm:t>
        <a:bodyPr/>
        <a:lstStyle/>
        <a:p>
          <a:endParaRPr lang="en-US"/>
        </a:p>
      </dgm:t>
    </dgm:pt>
    <dgm:pt modelId="{125D4543-F294-4C1C-BB6A-88F9BEEFF5FB}" type="sibTrans" cxnId="{72A777FA-CD55-4335-B802-7B5B32C3F8C6}">
      <dgm:prSet/>
      <dgm:spPr/>
      <dgm:t>
        <a:bodyPr/>
        <a:lstStyle/>
        <a:p>
          <a:endParaRPr lang="en-US"/>
        </a:p>
      </dgm:t>
    </dgm:pt>
    <dgm:pt modelId="{D8FD900E-C3AF-4E12-8EAB-117D0D8EA7F7}" type="pres">
      <dgm:prSet presAssocID="{F1631ACF-092D-4853-BDF3-23283E2769A4}" presName="root" presStyleCnt="0">
        <dgm:presLayoutVars>
          <dgm:dir/>
          <dgm:resizeHandles val="exact"/>
        </dgm:presLayoutVars>
      </dgm:prSet>
      <dgm:spPr/>
    </dgm:pt>
    <dgm:pt modelId="{8ED5ACF2-D3CA-4B3B-869F-F6C15A467E5E}" type="pres">
      <dgm:prSet presAssocID="{77A8FEFD-2AD4-4C31-92B5-3FF05332C1AB}" presName="compNode" presStyleCnt="0"/>
      <dgm:spPr/>
    </dgm:pt>
    <dgm:pt modelId="{0ECCA450-CAA3-4CB3-A931-B9A0C08BB7D0}" type="pres">
      <dgm:prSet presAssocID="{77A8FEFD-2AD4-4C31-92B5-3FF05332C1A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复选标记"/>
        </a:ext>
      </dgm:extLst>
    </dgm:pt>
    <dgm:pt modelId="{77F9DD7B-2F8B-4709-8B74-E731374B635B}" type="pres">
      <dgm:prSet presAssocID="{77A8FEFD-2AD4-4C31-92B5-3FF05332C1AB}" presName="iconSpace" presStyleCnt="0"/>
      <dgm:spPr/>
    </dgm:pt>
    <dgm:pt modelId="{B89CC679-B9AA-4CFB-A7FC-E04E56E137C7}" type="pres">
      <dgm:prSet presAssocID="{77A8FEFD-2AD4-4C31-92B5-3FF05332C1AB}" presName="parTx" presStyleLbl="revTx" presStyleIdx="0" presStyleCnt="4">
        <dgm:presLayoutVars>
          <dgm:chMax val="0"/>
          <dgm:chPref val="0"/>
        </dgm:presLayoutVars>
      </dgm:prSet>
      <dgm:spPr/>
    </dgm:pt>
    <dgm:pt modelId="{6AF4844E-63A2-4C79-AAD2-26C28668F3C8}" type="pres">
      <dgm:prSet presAssocID="{77A8FEFD-2AD4-4C31-92B5-3FF05332C1AB}" presName="txSpace" presStyleCnt="0"/>
      <dgm:spPr/>
    </dgm:pt>
    <dgm:pt modelId="{3566F66D-088F-4A92-9676-696B926B776C}" type="pres">
      <dgm:prSet presAssocID="{77A8FEFD-2AD4-4C31-92B5-3FF05332C1AB}" presName="desTx" presStyleLbl="revTx" presStyleIdx="1" presStyleCnt="4">
        <dgm:presLayoutVars/>
      </dgm:prSet>
      <dgm:spPr/>
    </dgm:pt>
    <dgm:pt modelId="{C587F520-C28B-4E83-99E4-A6B019CF8E83}" type="pres">
      <dgm:prSet presAssocID="{435D3666-12A1-4D83-BA42-E02838A6A680}" presName="sibTrans" presStyleCnt="0"/>
      <dgm:spPr/>
    </dgm:pt>
    <dgm:pt modelId="{A09CFDCE-E42F-4F7B-84E6-D1AD2A10E027}" type="pres">
      <dgm:prSet presAssocID="{E3BD5284-8154-4CE4-A897-158B6F86F879}" presName="compNode" presStyleCnt="0"/>
      <dgm:spPr/>
    </dgm:pt>
    <dgm:pt modelId="{AEFCC8A6-2191-484D-B19B-CCDAFB6780E1}" type="pres">
      <dgm:prSet presAssocID="{E3BD5284-8154-4CE4-A897-158B6F86F87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字幕"/>
        </a:ext>
      </dgm:extLst>
    </dgm:pt>
    <dgm:pt modelId="{AE831CA6-FA9C-49E3-9669-D97100D47EBA}" type="pres">
      <dgm:prSet presAssocID="{E3BD5284-8154-4CE4-A897-158B6F86F879}" presName="iconSpace" presStyleCnt="0"/>
      <dgm:spPr/>
    </dgm:pt>
    <dgm:pt modelId="{F6FD8A56-FFC3-4641-949A-65A592DDDEFF}" type="pres">
      <dgm:prSet presAssocID="{E3BD5284-8154-4CE4-A897-158B6F86F879}" presName="parTx" presStyleLbl="revTx" presStyleIdx="2" presStyleCnt="4">
        <dgm:presLayoutVars>
          <dgm:chMax val="0"/>
          <dgm:chPref val="0"/>
        </dgm:presLayoutVars>
      </dgm:prSet>
      <dgm:spPr/>
    </dgm:pt>
    <dgm:pt modelId="{EE7938BF-49CF-4D77-8084-207E24F8A58A}" type="pres">
      <dgm:prSet presAssocID="{E3BD5284-8154-4CE4-A897-158B6F86F879}" presName="txSpace" presStyleCnt="0"/>
      <dgm:spPr/>
    </dgm:pt>
    <dgm:pt modelId="{6E8914F7-389C-4DA4-A435-3899332C29D0}" type="pres">
      <dgm:prSet presAssocID="{E3BD5284-8154-4CE4-A897-158B6F86F879}" presName="desTx" presStyleLbl="revTx" presStyleIdx="3" presStyleCnt="4" custScaleX="114010">
        <dgm:presLayoutVars/>
      </dgm:prSet>
      <dgm:spPr/>
    </dgm:pt>
  </dgm:ptLst>
  <dgm:cxnLst>
    <dgm:cxn modelId="{C3D7D206-30E9-43D0-816B-FA094B5D6B5E}" srcId="{E3BD5284-8154-4CE4-A897-158B6F86F879}" destId="{263EED65-F497-43B1-9975-E0EEF2AAC3CB}" srcOrd="1" destOrd="0" parTransId="{7DADEA64-34C4-4D62-BF93-89A803254B8D}" sibTransId="{4EA1447E-A387-431A-BD90-580DF62F3C33}"/>
    <dgm:cxn modelId="{2F4B670D-F7C2-4233-99A1-EFC0432B3978}" type="presOf" srcId="{77A8FEFD-2AD4-4C31-92B5-3FF05332C1AB}" destId="{B89CC679-B9AA-4CFB-A7FC-E04E56E137C7}" srcOrd="0" destOrd="0" presId="urn:microsoft.com/office/officeart/2018/5/layout/CenteredIconLabelDescriptionList"/>
    <dgm:cxn modelId="{4066411B-AC3A-40F8-96AC-CFB7EAB2ECA5}" srcId="{77A8FEFD-2AD4-4C31-92B5-3FF05332C1AB}" destId="{6399A906-D2B3-451D-9018-B979ADAF8F0D}" srcOrd="2" destOrd="0" parTransId="{112637D3-86E4-442F-9896-945D0FAA08D7}" sibTransId="{9BE1301C-E40C-4219-8DA6-569DB5B87C3E}"/>
    <dgm:cxn modelId="{F5639734-5592-4990-BC9C-B276AA034F2B}" srcId="{F1631ACF-092D-4853-BDF3-23283E2769A4}" destId="{E3BD5284-8154-4CE4-A897-158B6F86F879}" srcOrd="1" destOrd="0" parTransId="{89FA5F3B-1605-4B76-9ACB-C3F427F9ECCC}" sibTransId="{654C454F-2C25-4261-8FBF-D25DFCA2005F}"/>
    <dgm:cxn modelId="{727F023C-8649-4B1E-B6A6-2E1A28F6EC5D}" type="presOf" srcId="{E3BD5284-8154-4CE4-A897-158B6F86F879}" destId="{F6FD8A56-FFC3-4641-949A-65A592DDDEFF}" srcOrd="0" destOrd="0" presId="urn:microsoft.com/office/officeart/2018/5/layout/CenteredIconLabelDescriptionList"/>
    <dgm:cxn modelId="{8284213E-E6BC-4D7D-B9E5-66B53CAD8A6C}" type="presOf" srcId="{A8663B7E-A8A2-4F9D-8815-02F0EF65CD87}" destId="{3566F66D-088F-4A92-9676-696B926B776C}" srcOrd="0" destOrd="1" presId="urn:microsoft.com/office/officeart/2018/5/layout/CenteredIconLabelDescriptionList"/>
    <dgm:cxn modelId="{9E4D8F62-F230-4F65-85A8-C2BD7187FBDA}" srcId="{F1631ACF-092D-4853-BDF3-23283E2769A4}" destId="{77A8FEFD-2AD4-4C31-92B5-3FF05332C1AB}" srcOrd="0" destOrd="0" parTransId="{45D0C5E5-5915-4C9F-9FEA-DF44D999AFFC}" sibTransId="{435D3666-12A1-4D83-BA42-E02838A6A680}"/>
    <dgm:cxn modelId="{90CAA053-A493-4FD0-8D84-68274510126D}" srcId="{77A8FEFD-2AD4-4C31-92B5-3FF05332C1AB}" destId="{A8663B7E-A8A2-4F9D-8815-02F0EF65CD87}" srcOrd="1" destOrd="0" parTransId="{3207E339-67ED-41BC-ABC5-13B05FBA2F5B}" sibTransId="{57B0C8E6-5B70-48B5-BF37-40EBC28B2E21}"/>
    <dgm:cxn modelId="{7D817A8F-F42E-405C-9EFF-91A3BCC9DE9E}" type="presOf" srcId="{B91035B4-BFC5-45F5-A1EA-16F66839E4E6}" destId="{6E8914F7-389C-4DA4-A435-3899332C29D0}" srcOrd="0" destOrd="0" presId="urn:microsoft.com/office/officeart/2018/5/layout/CenteredIconLabelDescriptionList"/>
    <dgm:cxn modelId="{95BB6A96-F1B4-435A-A1F1-6D82E8F5CF89}" srcId="{E3BD5284-8154-4CE4-A897-158B6F86F879}" destId="{B91035B4-BFC5-45F5-A1EA-16F66839E4E6}" srcOrd="0" destOrd="0" parTransId="{ABED25F5-39FD-4AD2-AA05-DF82453130E6}" sibTransId="{DA687673-DCC5-4D83-AE30-90785E04CE4F}"/>
    <dgm:cxn modelId="{D3B2D49C-0DE2-4FCC-A8FF-4FDD9556FD4E}" type="presOf" srcId="{F1631ACF-092D-4853-BDF3-23283E2769A4}" destId="{D8FD900E-C3AF-4E12-8EAB-117D0D8EA7F7}" srcOrd="0" destOrd="0" presId="urn:microsoft.com/office/officeart/2018/5/layout/CenteredIconLabelDescriptionList"/>
    <dgm:cxn modelId="{A4C5229F-C484-4E10-AB85-A305937614F4}" type="presOf" srcId="{9356AA87-A7D6-49EE-B700-CD5E23918A1E}" destId="{6E8914F7-389C-4DA4-A435-3899332C29D0}" srcOrd="0" destOrd="2" presId="urn:microsoft.com/office/officeart/2018/5/layout/CenteredIconLabelDescriptionList"/>
    <dgm:cxn modelId="{2FFF64A5-2804-45B4-844A-EDD09DF3F8EC}" type="presOf" srcId="{263EED65-F497-43B1-9975-E0EEF2AAC3CB}" destId="{6E8914F7-389C-4DA4-A435-3899332C29D0}" srcOrd="0" destOrd="1" presId="urn:microsoft.com/office/officeart/2018/5/layout/CenteredIconLabelDescriptionList"/>
    <dgm:cxn modelId="{31A87BAE-545A-4336-890F-8F32D75280CA}" type="presOf" srcId="{C44B2A69-1833-4EAC-BE9D-D1BCE71A4F78}" destId="{3566F66D-088F-4A92-9676-696B926B776C}" srcOrd="0" destOrd="0" presId="urn:microsoft.com/office/officeart/2018/5/layout/CenteredIconLabelDescriptionList"/>
    <dgm:cxn modelId="{C99423BF-B94F-4854-9782-A6A785FD41C0}" srcId="{77A8FEFD-2AD4-4C31-92B5-3FF05332C1AB}" destId="{C44B2A69-1833-4EAC-BE9D-D1BCE71A4F78}" srcOrd="0" destOrd="0" parTransId="{1F7CA4E6-F619-4B2D-8089-38858419EBC2}" sibTransId="{EDD1FEAB-4C11-4F4B-85F4-171BD38C5F16}"/>
    <dgm:cxn modelId="{D2A07DC1-0E38-4056-A1A0-0F3189F36387}" type="presOf" srcId="{C5BA7673-76C8-4492-A687-A3B8AFA7C9D8}" destId="{3566F66D-088F-4A92-9676-696B926B776C}" srcOrd="0" destOrd="3" presId="urn:microsoft.com/office/officeart/2018/5/layout/CenteredIconLabelDescriptionList"/>
    <dgm:cxn modelId="{62423CCA-024B-410D-87CF-7C1BFE62A3BD}" type="presOf" srcId="{6399A906-D2B3-451D-9018-B979ADAF8F0D}" destId="{3566F66D-088F-4A92-9676-696B926B776C}" srcOrd="0" destOrd="2" presId="urn:microsoft.com/office/officeart/2018/5/layout/CenteredIconLabelDescriptionList"/>
    <dgm:cxn modelId="{7D3F98E7-6256-4C0D-AFF3-A874978724C6}" srcId="{77A8FEFD-2AD4-4C31-92B5-3FF05332C1AB}" destId="{C5BA7673-76C8-4492-A687-A3B8AFA7C9D8}" srcOrd="3" destOrd="0" parTransId="{0E07B973-398B-43E1-961D-746636FDA738}" sibTransId="{F46AE681-D74F-42D9-B61E-4380CF3890EF}"/>
    <dgm:cxn modelId="{72A777FA-CD55-4335-B802-7B5B32C3F8C6}" srcId="{E3BD5284-8154-4CE4-A897-158B6F86F879}" destId="{9356AA87-A7D6-49EE-B700-CD5E23918A1E}" srcOrd="2" destOrd="0" parTransId="{E8B6D5E5-EEC0-498C-9D40-D6976A1878E8}" sibTransId="{125D4543-F294-4C1C-BB6A-88F9BEEFF5FB}"/>
    <dgm:cxn modelId="{B65A1CB2-BB8A-4B3C-AC63-4EDBDC1CDA4B}" type="presParOf" srcId="{D8FD900E-C3AF-4E12-8EAB-117D0D8EA7F7}" destId="{8ED5ACF2-D3CA-4B3B-869F-F6C15A467E5E}" srcOrd="0" destOrd="0" presId="urn:microsoft.com/office/officeart/2018/5/layout/CenteredIconLabelDescriptionList"/>
    <dgm:cxn modelId="{7879AAFC-AF38-4B90-A30C-2BF8880DE1EA}" type="presParOf" srcId="{8ED5ACF2-D3CA-4B3B-869F-F6C15A467E5E}" destId="{0ECCA450-CAA3-4CB3-A931-B9A0C08BB7D0}" srcOrd="0" destOrd="0" presId="urn:microsoft.com/office/officeart/2018/5/layout/CenteredIconLabelDescriptionList"/>
    <dgm:cxn modelId="{D406F31E-E0C4-4E7E-BF6B-7FAFB957F591}" type="presParOf" srcId="{8ED5ACF2-D3CA-4B3B-869F-F6C15A467E5E}" destId="{77F9DD7B-2F8B-4709-8B74-E731374B635B}" srcOrd="1" destOrd="0" presId="urn:microsoft.com/office/officeart/2018/5/layout/CenteredIconLabelDescriptionList"/>
    <dgm:cxn modelId="{1B70C9A3-6A00-4AE4-AB77-E13DFDA64F22}" type="presParOf" srcId="{8ED5ACF2-D3CA-4B3B-869F-F6C15A467E5E}" destId="{B89CC679-B9AA-4CFB-A7FC-E04E56E137C7}" srcOrd="2" destOrd="0" presId="urn:microsoft.com/office/officeart/2018/5/layout/CenteredIconLabelDescriptionList"/>
    <dgm:cxn modelId="{06A26874-D56B-4096-BCF6-C4E3E33DC46C}" type="presParOf" srcId="{8ED5ACF2-D3CA-4B3B-869F-F6C15A467E5E}" destId="{6AF4844E-63A2-4C79-AAD2-26C28668F3C8}" srcOrd="3" destOrd="0" presId="urn:microsoft.com/office/officeart/2018/5/layout/CenteredIconLabelDescriptionList"/>
    <dgm:cxn modelId="{E4B2669E-3AC8-4178-9405-278483A5D6F0}" type="presParOf" srcId="{8ED5ACF2-D3CA-4B3B-869F-F6C15A467E5E}" destId="{3566F66D-088F-4A92-9676-696B926B776C}" srcOrd="4" destOrd="0" presId="urn:microsoft.com/office/officeart/2018/5/layout/CenteredIconLabelDescriptionList"/>
    <dgm:cxn modelId="{7EEEE20C-D98B-445C-91CB-B1E4B84C5FAC}" type="presParOf" srcId="{D8FD900E-C3AF-4E12-8EAB-117D0D8EA7F7}" destId="{C587F520-C28B-4E83-99E4-A6B019CF8E83}" srcOrd="1" destOrd="0" presId="urn:microsoft.com/office/officeart/2018/5/layout/CenteredIconLabelDescriptionList"/>
    <dgm:cxn modelId="{CFB838EA-6703-45FE-A029-3BE2B4EBF189}" type="presParOf" srcId="{D8FD900E-C3AF-4E12-8EAB-117D0D8EA7F7}" destId="{A09CFDCE-E42F-4F7B-84E6-D1AD2A10E027}" srcOrd="2" destOrd="0" presId="urn:microsoft.com/office/officeart/2018/5/layout/CenteredIconLabelDescriptionList"/>
    <dgm:cxn modelId="{13167D6F-8DAF-42F8-BB18-47EDB00CDA63}" type="presParOf" srcId="{A09CFDCE-E42F-4F7B-84E6-D1AD2A10E027}" destId="{AEFCC8A6-2191-484D-B19B-CCDAFB6780E1}" srcOrd="0" destOrd="0" presId="urn:microsoft.com/office/officeart/2018/5/layout/CenteredIconLabelDescriptionList"/>
    <dgm:cxn modelId="{9B3EA046-B20F-4C12-B627-F4F4BFC8A382}" type="presParOf" srcId="{A09CFDCE-E42F-4F7B-84E6-D1AD2A10E027}" destId="{AE831CA6-FA9C-49E3-9669-D97100D47EBA}" srcOrd="1" destOrd="0" presId="urn:microsoft.com/office/officeart/2018/5/layout/CenteredIconLabelDescriptionList"/>
    <dgm:cxn modelId="{846A8CDB-C528-4985-BC88-20D3632F42F0}" type="presParOf" srcId="{A09CFDCE-E42F-4F7B-84E6-D1AD2A10E027}" destId="{F6FD8A56-FFC3-4641-949A-65A592DDDEFF}" srcOrd="2" destOrd="0" presId="urn:microsoft.com/office/officeart/2018/5/layout/CenteredIconLabelDescriptionList"/>
    <dgm:cxn modelId="{A31E13FB-FD9D-489D-B56C-A9FF8B5F1ADE}" type="presParOf" srcId="{A09CFDCE-E42F-4F7B-84E6-D1AD2A10E027}" destId="{EE7938BF-49CF-4D77-8084-207E24F8A58A}" srcOrd="3" destOrd="0" presId="urn:microsoft.com/office/officeart/2018/5/layout/CenteredIconLabelDescriptionList"/>
    <dgm:cxn modelId="{FE8F89DB-D599-4BBF-8259-5EECD1B00CBB}" type="presParOf" srcId="{A09CFDCE-E42F-4F7B-84E6-D1AD2A10E027}" destId="{6E8914F7-389C-4DA4-A435-3899332C29D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96E4D-5CCA-4594-A13F-5B09C6716F85}">
      <dsp:nvSpPr>
        <dsp:cNvPr id="0" name=""/>
        <dsp:cNvSpPr/>
      </dsp:nvSpPr>
      <dsp:spPr>
        <a:xfrm>
          <a:off x="51" y="35007"/>
          <a:ext cx="4913783" cy="112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900" kern="1200"/>
            <a:t>可以：</a:t>
          </a:r>
          <a:endParaRPr lang="en-US" sz="3900" kern="1200"/>
        </a:p>
      </dsp:txBody>
      <dsp:txXfrm>
        <a:off x="51" y="35007"/>
        <a:ext cx="4913783" cy="1123200"/>
      </dsp:txXfrm>
    </dsp:sp>
    <dsp:sp modelId="{F42FFA4A-F9B9-4616-B6FC-906B386D3C50}">
      <dsp:nvSpPr>
        <dsp:cNvPr id="0" name=""/>
        <dsp:cNvSpPr/>
      </dsp:nvSpPr>
      <dsp:spPr>
        <a:xfrm>
          <a:off x="51" y="1158207"/>
          <a:ext cx="4913783" cy="31581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026" tIns="208026" rIns="277368" bIns="312039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900" kern="1200" dirty="0"/>
            <a:t>中文稿的</a:t>
          </a:r>
          <a:r>
            <a:rPr lang="en-US" sz="3900" kern="1200" dirty="0"/>
            <a:t>brainstorm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900" kern="1200"/>
            <a:t>中文稿的语言组织</a:t>
          </a:r>
          <a:endParaRPr lang="en-US" sz="3900" kern="120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900" kern="1200"/>
            <a:t>英文稿的删减压缩</a:t>
          </a:r>
          <a:endParaRPr lang="en-US" sz="3900" kern="1200"/>
        </a:p>
      </dsp:txBody>
      <dsp:txXfrm>
        <a:off x="51" y="1158207"/>
        <a:ext cx="4913783" cy="3158122"/>
      </dsp:txXfrm>
    </dsp:sp>
    <dsp:sp modelId="{90498743-CF6A-4607-8785-48059CC845AF}">
      <dsp:nvSpPr>
        <dsp:cNvPr id="0" name=""/>
        <dsp:cNvSpPr/>
      </dsp:nvSpPr>
      <dsp:spPr>
        <a:xfrm>
          <a:off x="5601764" y="35007"/>
          <a:ext cx="4913783" cy="112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900" kern="1200"/>
            <a:t>千万不可以：</a:t>
          </a:r>
          <a:endParaRPr lang="en-US" sz="3900" kern="1200"/>
        </a:p>
      </dsp:txBody>
      <dsp:txXfrm>
        <a:off x="5601764" y="35007"/>
        <a:ext cx="4913783" cy="1123200"/>
      </dsp:txXfrm>
    </dsp:sp>
    <dsp:sp modelId="{F61081B5-C75D-4FE1-8AB7-7D589F6F8E04}">
      <dsp:nvSpPr>
        <dsp:cNvPr id="0" name=""/>
        <dsp:cNvSpPr/>
      </dsp:nvSpPr>
      <dsp:spPr>
        <a:xfrm>
          <a:off x="5601764" y="1158207"/>
          <a:ext cx="4913783" cy="31581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026" tIns="208026" rIns="277368" bIns="312039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900" kern="1200"/>
            <a:t>中文稿的逻辑链接</a:t>
          </a:r>
          <a:endParaRPr lang="en-US" sz="3900" kern="120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900" kern="1200"/>
            <a:t>英文稿的语言润色</a:t>
          </a:r>
          <a:endParaRPr lang="en-US" sz="3900" kern="1200"/>
        </a:p>
      </dsp:txBody>
      <dsp:txXfrm>
        <a:off x="5601764" y="1158207"/>
        <a:ext cx="4913783" cy="31581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CCA450-CAA3-4CB3-A931-B9A0C08BB7D0}">
      <dsp:nvSpPr>
        <dsp:cNvPr id="0" name=""/>
        <dsp:cNvSpPr/>
      </dsp:nvSpPr>
      <dsp:spPr>
        <a:xfrm>
          <a:off x="1661184" y="28648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CC679-B9AA-4CFB-A7FC-E04E56E137C7}">
      <dsp:nvSpPr>
        <dsp:cNvPr id="0" name=""/>
        <dsp:cNvSpPr/>
      </dsp:nvSpPr>
      <dsp:spPr>
        <a:xfrm>
          <a:off x="257184" y="19610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2400" kern="1200"/>
            <a:t>选校优先级</a:t>
          </a:r>
          <a:endParaRPr lang="en-US" sz="2400" kern="1200"/>
        </a:p>
      </dsp:txBody>
      <dsp:txXfrm>
        <a:off x="257184" y="1961007"/>
        <a:ext cx="4320000" cy="648000"/>
      </dsp:txXfrm>
    </dsp:sp>
    <dsp:sp modelId="{3566F66D-088F-4A92-9676-696B926B776C}">
      <dsp:nvSpPr>
        <dsp:cNvPr id="0" name=""/>
        <dsp:cNvSpPr/>
      </dsp:nvSpPr>
      <dsp:spPr>
        <a:xfrm>
          <a:off x="257184" y="2684598"/>
          <a:ext cx="4320000" cy="1381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留在当地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Title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经济考量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转专业</a:t>
          </a:r>
          <a:endParaRPr lang="en-US" sz="1700" kern="1200"/>
        </a:p>
      </dsp:txBody>
      <dsp:txXfrm>
        <a:off x="257184" y="2684598"/>
        <a:ext cx="4320000" cy="1381459"/>
      </dsp:txXfrm>
    </dsp:sp>
    <dsp:sp modelId="{AEFCC8A6-2191-484D-B19B-CCDAFB6780E1}">
      <dsp:nvSpPr>
        <dsp:cNvPr id="0" name=""/>
        <dsp:cNvSpPr/>
      </dsp:nvSpPr>
      <dsp:spPr>
        <a:xfrm>
          <a:off x="7039800" y="28648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FD8A56-FFC3-4641-949A-65A592DDDEFF}">
      <dsp:nvSpPr>
        <dsp:cNvPr id="0" name=""/>
        <dsp:cNvSpPr/>
      </dsp:nvSpPr>
      <dsp:spPr>
        <a:xfrm>
          <a:off x="5635800" y="19610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zh-CN" sz="2400" kern="1200"/>
            <a:t>大四上的成绩校方到底参不参考？</a:t>
          </a:r>
          <a:endParaRPr lang="en-US" sz="2400" kern="1200"/>
        </a:p>
      </dsp:txBody>
      <dsp:txXfrm>
        <a:off x="5635800" y="1961007"/>
        <a:ext cx="4320000" cy="648000"/>
      </dsp:txXfrm>
    </dsp:sp>
    <dsp:sp modelId="{6E8914F7-389C-4DA4-A435-3899332C29D0}">
      <dsp:nvSpPr>
        <dsp:cNvPr id="0" name=""/>
        <dsp:cNvSpPr/>
      </dsp:nvSpPr>
      <dsp:spPr>
        <a:xfrm>
          <a:off x="5333184" y="2684598"/>
          <a:ext cx="4925232" cy="13814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大四上的选课可以用作背景补充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绝大多数学校（英港新）大四上的成绩自愿更新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读博参考全部本科成绩</a:t>
          </a:r>
          <a:endParaRPr lang="en-US" sz="1700" kern="1200"/>
        </a:p>
      </dsp:txBody>
      <dsp:txXfrm>
        <a:off x="5333184" y="2684598"/>
        <a:ext cx="4925232" cy="13814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1B438-2186-4145-D8DD-1BAAE4E18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6A6D5B-73F7-3F34-19E2-FAA6689CD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9E76D6-4D0B-E3B7-C3E3-F4EDE2B7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C9347B-C03F-1838-FE2C-4612DB13D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4B2F3B-0CE3-4A2F-6EB3-180FC764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1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21777-E522-84CA-EDA2-39F7908B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493F8B-501B-E846-11F2-48D45CEC3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37AB21-E652-0B18-70DA-BD6562956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B1A7AE-1428-D222-E5DC-13D83EBF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065C02-5794-A630-F765-AFC4E95C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18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264C9F-EA34-45BC-BFE0-B7B9AD324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343ED0-7AC9-D769-6BC2-68F711512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23B536-B787-5A2E-CC8A-BF7EEB612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F79316-96FA-78D2-4AF9-BCDF81BE3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068A5E-9903-6223-F754-69C7AB08A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185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59B7E-F11A-67DC-C636-EBC4A4A7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8D2D7D-8CAF-D18F-220C-6491FE165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27B520-506F-E6F7-8185-9C45EF00B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51E24C-FAC6-43AA-CC40-306F0BC5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6237D2-5FDE-F7E7-F059-F9F6879B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E07B72-082C-583C-5E41-BBB28CDB6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001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74F24A-91C0-90CD-FD51-0C3E1B68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CF6D76-07E7-C7BE-CF87-14A9F50E8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2CDF36-79F3-3C16-D1A0-E85EC6F95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C4D5FE-F47F-01DA-9662-9E5104E63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812E62-64FD-6BC4-1626-0520A9FCC7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58A32AA-E301-577B-3E0F-5CE9DABB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EAD9AD-0EE9-EC46-F67A-F6F60AD4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44168C-CB8D-E630-27A8-8798F673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15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CB368-C7A5-26C6-9635-672477094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72ACB9-4F0A-909F-83A6-B69D101A0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B18933E-0D15-319F-7545-8AB906DD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1E0DE4-51F8-E5DE-CE7D-F992E6CF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39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AA0043-D846-E9FA-6E80-30DA9C80E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B83D26-110B-F958-D3B6-98D3F6E28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DCEF4B-6403-33BA-D975-94901518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90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36AF7-330E-6F81-3100-1ACEA02CA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529E7C-D73D-8D9D-6548-07D4D1CAC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C90C6-B2FB-AA17-A6D5-88DC903DF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98D96E-C3AD-7CD8-7918-C0D78562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8A585C-AF21-2CC8-3809-F2D9D0E6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2CA4C9-C72A-D122-BC7C-BB14C571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92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E7A39-9A07-DDB5-BB34-CB3C43C66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E7DAD0-33C7-E133-83D6-3FC9916BF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41523D-92F2-C7ED-0955-9A081F2C7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55E454-40DA-ECB2-9EF7-1E457CDD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606453-4D2E-00A9-F2E7-9B61FDC62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0C7F36-85F0-1F04-D586-27E6A8A6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57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81296-753C-AFB9-A8BA-4C3A3F6D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52B13B-8562-4F69-80E4-D1D43AC40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10E80B-99E4-6B29-1982-9EB64BFBC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9F22FA-7C02-4D60-F803-CB6BDB4D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4B35DB-F75A-4C08-3049-A07F29602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16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2D4F06A-51AD-89C5-55B7-E42B27A97F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FFA632-2D19-7E47-DF8E-C80E5D49C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B9B761-FDF8-DEAE-A31E-0A0D25685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9579E9-BD37-DC74-0C0F-5874EEB4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4301E4-E60D-0E23-FA46-88E3A4F4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14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B05218-C184-EADE-DAEF-148F097A5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2B72E8-21C2-1B22-FDB7-A6EBCF832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28E4D2-9A08-7CA2-436D-AD18C8533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DE4EA9-04A4-4338-8514-93AC0363FFC7}" type="datetimeFigureOut">
              <a:rPr lang="zh-CN" altLang="en-US" smtClean="0"/>
              <a:t>2025/4/7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9AF05D-4DA8-B2CD-99B7-017487B3A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EB993-D91C-764A-6AA8-2B2D5CA2E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27355-0F16-4B1F-864C-CC0CE46E7A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51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E21785-62D8-430F-9521-90166EF7C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D7CF8A0-D3E4-4A16-87D3-1D973AC61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3296" y="697832"/>
            <a:ext cx="8189484" cy="5541981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1705FB5-861A-1D98-1AE5-7EBBE3850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98925"/>
            <a:ext cx="5541054" cy="2149412"/>
          </a:xfrm>
        </p:spPr>
        <p:txBody>
          <a:bodyPr>
            <a:normAutofit/>
          </a:bodyPr>
          <a:lstStyle/>
          <a:p>
            <a:r>
              <a:rPr lang="zh-CN" altLang="en-US" sz="5200"/>
              <a:t>文书与面试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3D969-2D57-50E4-3A99-2081795DE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4300833"/>
            <a:ext cx="4431162" cy="1191873"/>
          </a:xfrm>
        </p:spPr>
        <p:txBody>
          <a:bodyPr>
            <a:normAutofit/>
          </a:bodyPr>
          <a:lstStyle/>
          <a:p>
            <a:r>
              <a:rPr lang="zh-CN" altLang="en-US" dirty="0"/>
              <a:t>侯嘉怡</a:t>
            </a:r>
            <a:endParaRPr lang="en-US" altLang="zh-CN" dirty="0"/>
          </a:p>
          <a:p>
            <a:r>
              <a:rPr lang="en-US" altLang="zh-CN" dirty="0"/>
              <a:t>2025.4.14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6588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469B27-0875-4891-8EA7-C223CCDF5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79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EDDFCF5-B78D-0177-9AE4-C043D897F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609600"/>
            <a:ext cx="5441183" cy="1310639"/>
          </a:xfrm>
        </p:spPr>
        <p:txBody>
          <a:bodyPr>
            <a:normAutofit/>
          </a:bodyPr>
          <a:lstStyle/>
          <a:p>
            <a:r>
              <a:rPr lang="zh-CN" altLang="en-US"/>
              <a:t>我的申请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E492C2-89BF-790E-85D9-78E6F10A0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512" y="1777041"/>
            <a:ext cx="5441184" cy="4566250"/>
          </a:xfrm>
        </p:spPr>
        <p:txBody>
          <a:bodyPr>
            <a:normAutofit/>
          </a:bodyPr>
          <a:lstStyle/>
          <a:p>
            <a:r>
              <a:rPr lang="en-US" altLang="zh-CN"/>
              <a:t>2024.2 </a:t>
            </a:r>
            <a:r>
              <a:rPr lang="zh-CN" altLang="en-US"/>
              <a:t>第一次选校</a:t>
            </a:r>
            <a:endParaRPr lang="en-US" altLang="zh-CN"/>
          </a:p>
          <a:p>
            <a:r>
              <a:rPr lang="en-US" altLang="zh-CN"/>
              <a:t>2024.7 </a:t>
            </a:r>
            <a:r>
              <a:rPr lang="zh-CN" altLang="en-US"/>
              <a:t>开始文书撰写</a:t>
            </a:r>
            <a:endParaRPr lang="en-US" altLang="zh-CN"/>
          </a:p>
          <a:p>
            <a:r>
              <a:rPr lang="en-US" altLang="zh-CN"/>
              <a:t>2024.8 GRE</a:t>
            </a:r>
          </a:p>
          <a:p>
            <a:r>
              <a:rPr lang="en-US" altLang="zh-CN"/>
              <a:t>2024.9 TOEFL</a:t>
            </a:r>
          </a:p>
          <a:p>
            <a:r>
              <a:rPr lang="en-US" altLang="zh-CN"/>
              <a:t>2024.10 </a:t>
            </a:r>
            <a:r>
              <a:rPr lang="zh-CN" altLang="en-US"/>
              <a:t>文书完成，</a:t>
            </a:r>
            <a:r>
              <a:rPr lang="en-US" altLang="zh-CN"/>
              <a:t>KIRA</a:t>
            </a:r>
            <a:r>
              <a:rPr lang="zh-CN" altLang="en-US"/>
              <a:t>准备</a:t>
            </a:r>
            <a:endParaRPr lang="en-US" altLang="zh-CN"/>
          </a:p>
          <a:p>
            <a:r>
              <a:rPr lang="en-US" altLang="zh-CN"/>
              <a:t>2024.11-12</a:t>
            </a:r>
            <a:r>
              <a:rPr lang="zh-CN" altLang="en-US"/>
              <a:t>：英国院校</a:t>
            </a:r>
            <a:r>
              <a:rPr lang="en-US" altLang="zh-CN"/>
              <a:t>R1</a:t>
            </a:r>
            <a:r>
              <a:rPr lang="zh-CN" altLang="en-US"/>
              <a:t>放榜</a:t>
            </a:r>
            <a:endParaRPr lang="en-US" altLang="zh-CN"/>
          </a:p>
          <a:p>
            <a:r>
              <a:rPr lang="en-US" altLang="zh-CN"/>
              <a:t>2025.1</a:t>
            </a:r>
            <a:r>
              <a:rPr lang="zh-CN" altLang="en-US"/>
              <a:t> 面试准备</a:t>
            </a:r>
            <a:endParaRPr lang="en-US" altLang="zh-CN"/>
          </a:p>
          <a:p>
            <a:r>
              <a:rPr lang="en-US" altLang="zh-CN"/>
              <a:t>2025.3 </a:t>
            </a:r>
            <a:r>
              <a:rPr lang="zh-CN" altLang="en-US"/>
              <a:t>面试完成</a:t>
            </a:r>
            <a:endParaRPr lang="en-US" altLang="zh-CN"/>
          </a:p>
          <a:p>
            <a:r>
              <a:rPr lang="en-US" altLang="zh-CN"/>
              <a:t>2025.2-3</a:t>
            </a:r>
            <a:r>
              <a:rPr lang="zh-CN" altLang="en-US"/>
              <a:t>：美国院校放榜</a:t>
            </a:r>
            <a:endParaRPr lang="zh-CN" alt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DF9758E-84A8-4D80-8A81-38FBBC532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7516" y="0"/>
            <a:ext cx="4684485" cy="6858000"/>
          </a:xfrm>
          <a:custGeom>
            <a:avLst/>
            <a:gdLst>
              <a:gd name="connsiteX0" fmla="*/ 777179 w 4684485"/>
              <a:gd name="connsiteY0" fmla="*/ 0 h 6858000"/>
              <a:gd name="connsiteX1" fmla="*/ 4177011 w 4684485"/>
              <a:gd name="connsiteY1" fmla="*/ 0 h 6858000"/>
              <a:gd name="connsiteX2" fmla="*/ 4684485 w 4684485"/>
              <a:gd name="connsiteY2" fmla="*/ 0 h 6858000"/>
              <a:gd name="connsiteX3" fmla="*/ 4684485 w 4684485"/>
              <a:gd name="connsiteY3" fmla="*/ 6858000 h 6858000"/>
              <a:gd name="connsiteX4" fmla="*/ 4177011 w 4684485"/>
              <a:gd name="connsiteY4" fmla="*/ 6858000 h 6858000"/>
              <a:gd name="connsiteX5" fmla="*/ 0 w 4684485"/>
              <a:gd name="connsiteY5" fmla="*/ 6858000 h 6858000"/>
              <a:gd name="connsiteX6" fmla="*/ 2140 w 4684485"/>
              <a:gd name="connsiteY6" fmla="*/ 6853227 h 6858000"/>
              <a:gd name="connsiteX7" fmla="*/ 2645 w 4684485"/>
              <a:gd name="connsiteY7" fmla="*/ 6843360 h 6858000"/>
              <a:gd name="connsiteX8" fmla="*/ 5504 w 4684485"/>
              <a:gd name="connsiteY8" fmla="*/ 6818176 h 6858000"/>
              <a:gd name="connsiteX9" fmla="*/ 23629 w 4684485"/>
              <a:gd name="connsiteY9" fmla="*/ 6757651 h 6858000"/>
              <a:gd name="connsiteX10" fmla="*/ 58208 w 4684485"/>
              <a:gd name="connsiteY10" fmla="*/ 6674068 h 6858000"/>
              <a:gd name="connsiteX11" fmla="*/ 95020 w 4684485"/>
              <a:gd name="connsiteY11" fmla="*/ 6610847 h 6858000"/>
              <a:gd name="connsiteX12" fmla="*/ 65470 w 4684485"/>
              <a:gd name="connsiteY12" fmla="*/ 6624123 h 6858000"/>
              <a:gd name="connsiteX13" fmla="*/ 137286 w 4684485"/>
              <a:gd name="connsiteY13" fmla="*/ 6588010 h 6858000"/>
              <a:gd name="connsiteX14" fmla="*/ 180635 w 4684485"/>
              <a:gd name="connsiteY14" fmla="*/ 6495275 h 6858000"/>
              <a:gd name="connsiteX15" fmla="*/ 205042 w 4684485"/>
              <a:gd name="connsiteY15" fmla="*/ 6422756 h 6858000"/>
              <a:gd name="connsiteX16" fmla="*/ 209632 w 4684485"/>
              <a:gd name="connsiteY16" fmla="*/ 6358596 h 6858000"/>
              <a:gd name="connsiteX17" fmla="*/ 219796 w 4684485"/>
              <a:gd name="connsiteY17" fmla="*/ 6294314 h 6858000"/>
              <a:gd name="connsiteX18" fmla="*/ 248261 w 4684485"/>
              <a:gd name="connsiteY18" fmla="*/ 6248557 h 6858000"/>
              <a:gd name="connsiteX19" fmla="*/ 286066 w 4684485"/>
              <a:gd name="connsiteY19" fmla="*/ 5959276 h 6858000"/>
              <a:gd name="connsiteX20" fmla="*/ 285981 w 4684485"/>
              <a:gd name="connsiteY20" fmla="*/ 5957154 h 6858000"/>
              <a:gd name="connsiteX21" fmla="*/ 291575 w 4684485"/>
              <a:gd name="connsiteY21" fmla="*/ 5941942 h 6858000"/>
              <a:gd name="connsiteX22" fmla="*/ 294764 w 4684485"/>
              <a:gd name="connsiteY22" fmla="*/ 5940122 h 6858000"/>
              <a:gd name="connsiteX23" fmla="*/ 299218 w 4684485"/>
              <a:gd name="connsiteY23" fmla="*/ 5930161 h 6858000"/>
              <a:gd name="connsiteX24" fmla="*/ 309655 w 4684485"/>
              <a:gd name="connsiteY24" fmla="*/ 5911810 h 6858000"/>
              <a:gd name="connsiteX25" fmla="*/ 310049 w 4684485"/>
              <a:gd name="connsiteY25" fmla="*/ 5907181 h 6858000"/>
              <a:gd name="connsiteX26" fmla="*/ 323362 w 4684485"/>
              <a:gd name="connsiteY26" fmla="*/ 5877642 h 6858000"/>
              <a:gd name="connsiteX27" fmla="*/ 322807 w 4684485"/>
              <a:gd name="connsiteY27" fmla="*/ 5876666 h 6858000"/>
              <a:gd name="connsiteX28" fmla="*/ 323332 w 4684485"/>
              <a:gd name="connsiteY28" fmla="*/ 5865860 h 6858000"/>
              <a:gd name="connsiteX29" fmla="*/ 326018 w 4684485"/>
              <a:gd name="connsiteY29" fmla="*/ 5846502 h 6858000"/>
              <a:gd name="connsiteX30" fmla="*/ 323071 w 4684485"/>
              <a:gd name="connsiteY30" fmla="*/ 5794837 h 6858000"/>
              <a:gd name="connsiteX31" fmla="*/ 336871 w 4684485"/>
              <a:gd name="connsiteY31" fmla="*/ 5763977 h 6858000"/>
              <a:gd name="connsiteX32" fmla="*/ 339251 w 4684485"/>
              <a:gd name="connsiteY32" fmla="*/ 5757443 h 6858000"/>
              <a:gd name="connsiteX33" fmla="*/ 339135 w 4684485"/>
              <a:gd name="connsiteY33" fmla="*/ 5757177 h 6858000"/>
              <a:gd name="connsiteX34" fmla="*/ 341319 w 4684485"/>
              <a:gd name="connsiteY34" fmla="*/ 5750018 h 6858000"/>
              <a:gd name="connsiteX35" fmla="*/ 343592 w 4684485"/>
              <a:gd name="connsiteY35" fmla="*/ 5745527 h 6858000"/>
              <a:gd name="connsiteX36" fmla="*/ 348207 w 4684485"/>
              <a:gd name="connsiteY36" fmla="*/ 5732850 h 6858000"/>
              <a:gd name="connsiteX37" fmla="*/ 348708 w 4684485"/>
              <a:gd name="connsiteY37" fmla="*/ 5727596 h 6858000"/>
              <a:gd name="connsiteX38" fmla="*/ 339704 w 4684485"/>
              <a:gd name="connsiteY38" fmla="*/ 5678917 h 6858000"/>
              <a:gd name="connsiteX39" fmla="*/ 349027 w 4684485"/>
              <a:gd name="connsiteY39" fmla="*/ 5587240 h 6858000"/>
              <a:gd name="connsiteX40" fmla="*/ 360744 w 4684485"/>
              <a:gd name="connsiteY40" fmla="*/ 5496420 h 6858000"/>
              <a:gd name="connsiteX41" fmla="*/ 366191 w 4684485"/>
              <a:gd name="connsiteY41" fmla="*/ 5463512 h 6858000"/>
              <a:gd name="connsiteX42" fmla="*/ 370586 w 4684485"/>
              <a:gd name="connsiteY42" fmla="*/ 5404966 h 6858000"/>
              <a:gd name="connsiteX43" fmla="*/ 369304 w 4684485"/>
              <a:gd name="connsiteY43" fmla="*/ 5378223 h 6858000"/>
              <a:gd name="connsiteX44" fmla="*/ 369813 w 4684485"/>
              <a:gd name="connsiteY44" fmla="*/ 5377039 h 6858000"/>
              <a:gd name="connsiteX45" fmla="*/ 367865 w 4684485"/>
              <a:gd name="connsiteY45" fmla="*/ 5374688 h 6858000"/>
              <a:gd name="connsiteX46" fmla="*/ 367550 w 4684485"/>
              <a:gd name="connsiteY46" fmla="*/ 5369744 h 6858000"/>
              <a:gd name="connsiteX47" fmla="*/ 370308 w 4684485"/>
              <a:gd name="connsiteY47" fmla="*/ 5356163 h 6858000"/>
              <a:gd name="connsiteX48" fmla="*/ 371942 w 4684485"/>
              <a:gd name="connsiteY48" fmla="*/ 5351044 h 6858000"/>
              <a:gd name="connsiteX49" fmla="*/ 373062 w 4684485"/>
              <a:gd name="connsiteY49" fmla="*/ 5343580 h 6858000"/>
              <a:gd name="connsiteX50" fmla="*/ 372900 w 4684485"/>
              <a:gd name="connsiteY50" fmla="*/ 5343400 h 6858000"/>
              <a:gd name="connsiteX51" fmla="*/ 374322 w 4684485"/>
              <a:gd name="connsiteY51" fmla="*/ 5336400 h 6858000"/>
              <a:gd name="connsiteX52" fmla="*/ 383674 w 4684485"/>
              <a:gd name="connsiteY52" fmla="*/ 5302100 h 6858000"/>
              <a:gd name="connsiteX53" fmla="*/ 372456 w 4684485"/>
              <a:gd name="connsiteY53" fmla="*/ 5257295 h 6858000"/>
              <a:gd name="connsiteX54" fmla="*/ 372166 w 4684485"/>
              <a:gd name="connsiteY54" fmla="*/ 5238668 h 6858000"/>
              <a:gd name="connsiteX55" fmla="*/ 370995 w 4684485"/>
              <a:gd name="connsiteY55" fmla="*/ 5228745 h 6858000"/>
              <a:gd name="connsiteX56" fmla="*/ 370266 w 4684485"/>
              <a:gd name="connsiteY56" fmla="*/ 5228139 h 6858000"/>
              <a:gd name="connsiteX57" fmla="*/ 379329 w 4684485"/>
              <a:gd name="connsiteY57" fmla="*/ 5195257 h 6858000"/>
              <a:gd name="connsiteX58" fmla="*/ 379004 w 4684485"/>
              <a:gd name="connsiteY58" fmla="*/ 5190924 h 6858000"/>
              <a:gd name="connsiteX59" fmla="*/ 386868 w 4684485"/>
              <a:gd name="connsiteY59" fmla="*/ 5169448 h 6858000"/>
              <a:gd name="connsiteX60" fmla="*/ 389886 w 4684485"/>
              <a:gd name="connsiteY60" fmla="*/ 5158375 h 6858000"/>
              <a:gd name="connsiteX61" fmla="*/ 392889 w 4684485"/>
              <a:gd name="connsiteY61" fmla="*/ 5155200 h 6858000"/>
              <a:gd name="connsiteX62" fmla="*/ 396254 w 4684485"/>
              <a:gd name="connsiteY62" fmla="*/ 5138880 h 6858000"/>
              <a:gd name="connsiteX63" fmla="*/ 395829 w 4684485"/>
              <a:gd name="connsiteY63" fmla="*/ 5137025 h 6858000"/>
              <a:gd name="connsiteX64" fmla="*/ 401622 w 4684485"/>
              <a:gd name="connsiteY64" fmla="*/ 5123497 h 6858000"/>
              <a:gd name="connsiteX65" fmla="*/ 410123 w 4684485"/>
              <a:gd name="connsiteY65" fmla="*/ 5112085 h 6858000"/>
              <a:gd name="connsiteX66" fmla="*/ 427310 w 4684485"/>
              <a:gd name="connsiteY66" fmla="*/ 4973536 h 6858000"/>
              <a:gd name="connsiteX67" fmla="*/ 473870 w 4684485"/>
              <a:gd name="connsiteY67" fmla="*/ 4853262 h 6858000"/>
              <a:gd name="connsiteX68" fmla="*/ 523687 w 4684485"/>
              <a:gd name="connsiteY68" fmla="*/ 4579511 h 6858000"/>
              <a:gd name="connsiteX69" fmla="*/ 596846 w 4684485"/>
              <a:gd name="connsiteY69" fmla="*/ 4088638 h 6858000"/>
              <a:gd name="connsiteX70" fmla="*/ 609911 w 4684485"/>
              <a:gd name="connsiteY70" fmla="*/ 3862564 h 6858000"/>
              <a:gd name="connsiteX71" fmla="*/ 620392 w 4684485"/>
              <a:gd name="connsiteY71" fmla="*/ 3821134 h 6858000"/>
              <a:gd name="connsiteX72" fmla="*/ 626965 w 4684485"/>
              <a:gd name="connsiteY72" fmla="*/ 3810557 h 6858000"/>
              <a:gd name="connsiteX73" fmla="*/ 652536 w 4684485"/>
              <a:gd name="connsiteY73" fmla="*/ 3736429 h 6858000"/>
              <a:gd name="connsiteX74" fmla="*/ 659855 w 4684485"/>
              <a:gd name="connsiteY74" fmla="*/ 3715640 h 6858000"/>
              <a:gd name="connsiteX75" fmla="*/ 662133 w 4684485"/>
              <a:gd name="connsiteY75" fmla="*/ 3696308 h 6858000"/>
              <a:gd name="connsiteX76" fmla="*/ 659163 w 4684485"/>
              <a:gd name="connsiteY76" fmla="*/ 3690549 h 6858000"/>
              <a:gd name="connsiteX77" fmla="*/ 662546 w 4684485"/>
              <a:gd name="connsiteY77" fmla="*/ 3678883 h 6858000"/>
              <a:gd name="connsiteX78" fmla="*/ 662606 w 4684485"/>
              <a:gd name="connsiteY78" fmla="*/ 3675471 h 6858000"/>
              <a:gd name="connsiteX79" fmla="*/ 663794 w 4684485"/>
              <a:gd name="connsiteY79" fmla="*/ 3656229 h 6858000"/>
              <a:gd name="connsiteX80" fmla="*/ 687156 w 4684485"/>
              <a:gd name="connsiteY80" fmla="*/ 3622733 h 6858000"/>
              <a:gd name="connsiteX81" fmla="*/ 698770 w 4684485"/>
              <a:gd name="connsiteY81" fmla="*/ 3575278 h 6858000"/>
              <a:gd name="connsiteX82" fmla="*/ 763441 w 4684485"/>
              <a:gd name="connsiteY82" fmla="*/ 3372843 h 6858000"/>
              <a:gd name="connsiteX83" fmla="*/ 851549 w 4684485"/>
              <a:gd name="connsiteY83" fmla="*/ 3204760 h 6858000"/>
              <a:gd name="connsiteX84" fmla="*/ 895113 w 4684485"/>
              <a:gd name="connsiteY84" fmla="*/ 3073177 h 6858000"/>
              <a:gd name="connsiteX85" fmla="*/ 904829 w 4684485"/>
              <a:gd name="connsiteY85" fmla="*/ 3066373 h 6858000"/>
              <a:gd name="connsiteX86" fmla="*/ 912657 w 4684485"/>
              <a:gd name="connsiteY86" fmla="*/ 3053733 h 6858000"/>
              <a:gd name="connsiteX87" fmla="*/ 922201 w 4684485"/>
              <a:gd name="connsiteY87" fmla="*/ 3037464 h 6858000"/>
              <a:gd name="connsiteX88" fmla="*/ 927105 w 4684485"/>
              <a:gd name="connsiteY88" fmla="*/ 3027885 h 6858000"/>
              <a:gd name="connsiteX89" fmla="*/ 938351 w 4684485"/>
              <a:gd name="connsiteY89" fmla="*/ 3010448 h 6858000"/>
              <a:gd name="connsiteX90" fmla="*/ 938967 w 4684485"/>
              <a:gd name="connsiteY90" fmla="*/ 3005842 h 6858000"/>
              <a:gd name="connsiteX91" fmla="*/ 953615 w 4684485"/>
              <a:gd name="connsiteY91" fmla="*/ 2977449 h 6858000"/>
              <a:gd name="connsiteX92" fmla="*/ 953111 w 4684485"/>
              <a:gd name="connsiteY92" fmla="*/ 2976418 h 6858000"/>
              <a:gd name="connsiteX93" fmla="*/ 954155 w 4684485"/>
              <a:gd name="connsiteY93" fmla="*/ 2965627 h 6858000"/>
              <a:gd name="connsiteX94" fmla="*/ 957765 w 4684485"/>
              <a:gd name="connsiteY94" fmla="*/ 2946457 h 6858000"/>
              <a:gd name="connsiteX95" fmla="*/ 957350 w 4684485"/>
              <a:gd name="connsiteY95" fmla="*/ 2894353 h 6858000"/>
              <a:gd name="connsiteX96" fmla="*/ 972544 w 4684485"/>
              <a:gd name="connsiteY96" fmla="*/ 2864679 h 6858000"/>
              <a:gd name="connsiteX97" fmla="*/ 975222 w 4684485"/>
              <a:gd name="connsiteY97" fmla="*/ 2858346 h 6858000"/>
              <a:gd name="connsiteX98" fmla="*/ 975121 w 4684485"/>
              <a:gd name="connsiteY98" fmla="*/ 2858070 h 6858000"/>
              <a:gd name="connsiteX99" fmla="*/ 977634 w 4684485"/>
              <a:gd name="connsiteY99" fmla="*/ 2851093 h 6858000"/>
              <a:gd name="connsiteX100" fmla="*/ 980107 w 4684485"/>
              <a:gd name="connsiteY100" fmla="*/ 2846800 h 6858000"/>
              <a:gd name="connsiteX101" fmla="*/ 985305 w 4684485"/>
              <a:gd name="connsiteY101" fmla="*/ 2834510 h 6858000"/>
              <a:gd name="connsiteX102" fmla="*/ 986057 w 4684485"/>
              <a:gd name="connsiteY102" fmla="*/ 2829288 h 6858000"/>
              <a:gd name="connsiteX103" fmla="*/ 984861 w 4684485"/>
              <a:gd name="connsiteY103" fmla="*/ 2825781 h 6858000"/>
              <a:gd name="connsiteX104" fmla="*/ 985547 w 4684485"/>
              <a:gd name="connsiteY104" fmla="*/ 2824862 h 6858000"/>
              <a:gd name="connsiteX105" fmla="*/ 989979 w 4684485"/>
              <a:gd name="connsiteY105" fmla="*/ 2796846 h 6858000"/>
              <a:gd name="connsiteX106" fmla="*/ 1005909 w 4684485"/>
              <a:gd name="connsiteY106" fmla="*/ 2739609 h 6858000"/>
              <a:gd name="connsiteX107" fmla="*/ 1017437 w 4684485"/>
              <a:gd name="connsiteY107" fmla="*/ 2709132 h 6858000"/>
              <a:gd name="connsiteX108" fmla="*/ 1046385 w 4684485"/>
              <a:gd name="connsiteY108" fmla="*/ 2623133 h 6858000"/>
              <a:gd name="connsiteX109" fmla="*/ 1073441 w 4684485"/>
              <a:gd name="connsiteY109" fmla="*/ 2534899 h 6858000"/>
              <a:gd name="connsiteX110" fmla="*/ 1075743 w 4684485"/>
              <a:gd name="connsiteY110" fmla="*/ 2480106 h 6858000"/>
              <a:gd name="connsiteX111" fmla="*/ 1077265 w 4684485"/>
              <a:gd name="connsiteY111" fmla="*/ 2475030 h 6858000"/>
              <a:gd name="connsiteX112" fmla="*/ 1083883 w 4684485"/>
              <a:gd name="connsiteY112" fmla="*/ 2464722 h 6858000"/>
              <a:gd name="connsiteX113" fmla="*/ 1086777 w 4684485"/>
              <a:gd name="connsiteY113" fmla="*/ 2461434 h 6858000"/>
              <a:gd name="connsiteX114" fmla="*/ 1087126 w 4684485"/>
              <a:gd name="connsiteY114" fmla="*/ 2460806 h 6858000"/>
              <a:gd name="connsiteX115" fmla="*/ 1087083 w 4684485"/>
              <a:gd name="connsiteY115" fmla="*/ 2460453 h 6858000"/>
              <a:gd name="connsiteX116" fmla="*/ 1090877 w 4684485"/>
              <a:gd name="connsiteY116" fmla="*/ 2442912 h 6858000"/>
              <a:gd name="connsiteX117" fmla="*/ 1084594 w 4684485"/>
              <a:gd name="connsiteY117" fmla="*/ 2393943 h 6858000"/>
              <a:gd name="connsiteX118" fmla="*/ 1095187 w 4684485"/>
              <a:gd name="connsiteY118" fmla="*/ 2145620 h 6858000"/>
              <a:gd name="connsiteX119" fmla="*/ 1091005 w 4684485"/>
              <a:gd name="connsiteY119" fmla="*/ 1974931 h 6858000"/>
              <a:gd name="connsiteX120" fmla="*/ 1090021 w 4684485"/>
              <a:gd name="connsiteY120" fmla="*/ 1820662 h 6858000"/>
              <a:gd name="connsiteX121" fmla="*/ 1095393 w 4684485"/>
              <a:gd name="connsiteY121" fmla="*/ 1784755 h 6858000"/>
              <a:gd name="connsiteX122" fmla="*/ 1100337 w 4684485"/>
              <a:gd name="connsiteY122" fmla="*/ 1751246 h 6858000"/>
              <a:gd name="connsiteX123" fmla="*/ 1099270 w 4684485"/>
              <a:gd name="connsiteY123" fmla="*/ 1746792 h 6858000"/>
              <a:gd name="connsiteX124" fmla="*/ 1102388 w 4684485"/>
              <a:gd name="connsiteY124" fmla="*/ 1712948 h 6858000"/>
              <a:gd name="connsiteX125" fmla="*/ 1101575 w 4684485"/>
              <a:gd name="connsiteY125" fmla="*/ 1712332 h 6858000"/>
              <a:gd name="connsiteX126" fmla="*/ 1098721 w 4684485"/>
              <a:gd name="connsiteY126" fmla="*/ 1702136 h 6858000"/>
              <a:gd name="connsiteX127" fmla="*/ 1095215 w 4684485"/>
              <a:gd name="connsiteY127" fmla="*/ 1682992 h 6858000"/>
              <a:gd name="connsiteX128" fmla="*/ 1076555 w 4684485"/>
              <a:gd name="connsiteY128" fmla="*/ 1636988 h 6858000"/>
              <a:gd name="connsiteX129" fmla="*/ 1079711 w 4684485"/>
              <a:gd name="connsiteY129" fmla="*/ 1601685 h 6858000"/>
              <a:gd name="connsiteX130" fmla="*/ 1079881 w 4684485"/>
              <a:gd name="connsiteY130" fmla="*/ 1594484 h 6858000"/>
              <a:gd name="connsiteX131" fmla="*/ 1079691 w 4684485"/>
              <a:gd name="connsiteY131" fmla="*/ 1594298 h 6858000"/>
              <a:gd name="connsiteX132" fmla="*/ 1079489 w 4684485"/>
              <a:gd name="connsiteY132" fmla="*/ 1586621 h 6858000"/>
              <a:gd name="connsiteX133" fmla="*/ 1080191 w 4684485"/>
              <a:gd name="connsiteY133" fmla="*/ 1581350 h 6858000"/>
              <a:gd name="connsiteX134" fmla="*/ 1080520 w 4684485"/>
              <a:gd name="connsiteY134" fmla="*/ 1567378 h 6858000"/>
              <a:gd name="connsiteX135" fmla="*/ 1079357 w 4684485"/>
              <a:gd name="connsiteY135" fmla="*/ 1562296 h 6858000"/>
              <a:gd name="connsiteX136" fmla="*/ 1056053 w 4684485"/>
              <a:gd name="connsiteY136" fmla="*/ 1522084 h 6858000"/>
              <a:gd name="connsiteX137" fmla="*/ 1013893 w 4684485"/>
              <a:gd name="connsiteY137" fmla="*/ 1310783 h 6858000"/>
              <a:gd name="connsiteX138" fmla="*/ 999857 w 4684485"/>
              <a:gd name="connsiteY138" fmla="*/ 1254761 h 6858000"/>
              <a:gd name="connsiteX139" fmla="*/ 988009 w 4684485"/>
              <a:gd name="connsiteY139" fmla="*/ 1228301 h 6858000"/>
              <a:gd name="connsiteX140" fmla="*/ 986193 w 4684485"/>
              <a:gd name="connsiteY140" fmla="*/ 1223915 h 6858000"/>
              <a:gd name="connsiteX141" fmla="*/ 984535 w 4684485"/>
              <a:gd name="connsiteY141" fmla="*/ 1210047 h 6858000"/>
              <a:gd name="connsiteX142" fmla="*/ 984455 w 4684485"/>
              <a:gd name="connsiteY142" fmla="*/ 1204520 h 6858000"/>
              <a:gd name="connsiteX143" fmla="*/ 983181 w 4684485"/>
              <a:gd name="connsiteY143" fmla="*/ 1197097 h 6858000"/>
              <a:gd name="connsiteX144" fmla="*/ 982976 w 4684485"/>
              <a:gd name="connsiteY144" fmla="*/ 1197013 h 6858000"/>
              <a:gd name="connsiteX145" fmla="*/ 982123 w 4684485"/>
              <a:gd name="connsiteY145" fmla="*/ 1189862 h 6858000"/>
              <a:gd name="connsiteX146" fmla="*/ 980128 w 4684485"/>
              <a:gd name="connsiteY146" fmla="*/ 1153636 h 6858000"/>
              <a:gd name="connsiteX147" fmla="*/ 955984 w 4684485"/>
              <a:gd name="connsiteY147" fmla="*/ 1118095 h 6858000"/>
              <a:gd name="connsiteX148" fmla="*/ 949966 w 4684485"/>
              <a:gd name="connsiteY148" fmla="*/ 1101120 h 6858000"/>
              <a:gd name="connsiteX149" fmla="*/ 945827 w 4684485"/>
              <a:gd name="connsiteY149" fmla="*/ 1092587 h 6858000"/>
              <a:gd name="connsiteX150" fmla="*/ 944973 w 4684485"/>
              <a:gd name="connsiteY150" fmla="*/ 1092398 h 6858000"/>
              <a:gd name="connsiteX151" fmla="*/ 941512 w 4684485"/>
              <a:gd name="connsiteY151" fmla="*/ 1053799 h 6858000"/>
              <a:gd name="connsiteX152" fmla="*/ 943245 w 4684485"/>
              <a:gd name="connsiteY152" fmla="*/ 1013984 h 6858000"/>
              <a:gd name="connsiteX153" fmla="*/ 941298 w 4684485"/>
              <a:gd name="connsiteY153" fmla="*/ 997293 h 6858000"/>
              <a:gd name="connsiteX154" fmla="*/ 940335 w 4684485"/>
              <a:gd name="connsiteY154" fmla="*/ 995801 h 6858000"/>
              <a:gd name="connsiteX155" fmla="*/ 941482 w 4684485"/>
              <a:gd name="connsiteY155" fmla="*/ 980455 h 6858000"/>
              <a:gd name="connsiteX156" fmla="*/ 945774 w 4684485"/>
              <a:gd name="connsiteY156" fmla="*/ 965691 h 6858000"/>
              <a:gd name="connsiteX157" fmla="*/ 918795 w 4684485"/>
              <a:gd name="connsiteY157" fmla="*/ 829709 h 6858000"/>
              <a:gd name="connsiteX158" fmla="*/ 909069 w 4684485"/>
              <a:gd name="connsiteY158" fmla="*/ 622375 h 6858000"/>
              <a:gd name="connsiteX159" fmla="*/ 891618 w 4684485"/>
              <a:gd name="connsiteY159" fmla="*/ 452257 h 6858000"/>
              <a:gd name="connsiteX160" fmla="*/ 852916 w 4684485"/>
              <a:gd name="connsiteY160" fmla="*/ 370816 h 6858000"/>
              <a:gd name="connsiteX161" fmla="*/ 855402 w 4684485"/>
              <a:gd name="connsiteY161" fmla="*/ 323482 h 6858000"/>
              <a:gd name="connsiteX162" fmla="*/ 847506 w 4684485"/>
              <a:gd name="connsiteY162" fmla="*/ 308965 h 6858000"/>
              <a:gd name="connsiteX163" fmla="*/ 845993 w 4684485"/>
              <a:gd name="connsiteY163" fmla="*/ 306550 h 6858000"/>
              <a:gd name="connsiteX164" fmla="*/ 843235 w 4684485"/>
              <a:gd name="connsiteY164" fmla="*/ 294989 h 6858000"/>
              <a:gd name="connsiteX165" fmla="*/ 838338 w 4684485"/>
              <a:gd name="connsiteY165" fmla="*/ 294091 h 6858000"/>
              <a:gd name="connsiteX166" fmla="*/ 831233 w 4684485"/>
              <a:gd name="connsiteY166" fmla="*/ 278384 h 6858000"/>
              <a:gd name="connsiteX167" fmla="*/ 827302 w 4684485"/>
              <a:gd name="connsiteY167" fmla="*/ 256451 h 6858000"/>
              <a:gd name="connsiteX168" fmla="*/ 813243 w 4684485"/>
              <a:gd name="connsiteY168" fmla="*/ 149697 h 6858000"/>
              <a:gd name="connsiteX169" fmla="*/ 802194 w 4684485"/>
              <a:gd name="connsiteY169" fmla="*/ 87262 h 6858000"/>
              <a:gd name="connsiteX170" fmla="*/ 793857 w 4684485"/>
              <a:gd name="connsiteY170" fmla="*/ 65797 h 6858000"/>
              <a:gd name="connsiteX171" fmla="*/ 784997 w 4684485"/>
              <a:gd name="connsiteY171" fmla="*/ 34307 h 6858000"/>
              <a:gd name="connsiteX172" fmla="*/ 779935 w 4684485"/>
              <a:gd name="connsiteY172" fmla="*/ 48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</a:cxnLst>
            <a:rect l="l" t="t" r="r" b="b"/>
            <a:pathLst>
              <a:path w="4684485" h="6858000">
                <a:moveTo>
                  <a:pt x="777179" y="0"/>
                </a:moveTo>
                <a:lnTo>
                  <a:pt x="4177011" y="0"/>
                </a:lnTo>
                <a:lnTo>
                  <a:pt x="4684485" y="0"/>
                </a:lnTo>
                <a:lnTo>
                  <a:pt x="4684485" y="6858000"/>
                </a:lnTo>
                <a:lnTo>
                  <a:pt x="4177011" y="6858000"/>
                </a:lnTo>
                <a:lnTo>
                  <a:pt x="0" y="6858000"/>
                </a:lnTo>
                <a:lnTo>
                  <a:pt x="2140" y="6853227"/>
                </a:lnTo>
                <a:cubicBezTo>
                  <a:pt x="3281" y="6849731"/>
                  <a:pt x="3730" y="6846319"/>
                  <a:pt x="2645" y="6843360"/>
                </a:cubicBezTo>
                <a:cubicBezTo>
                  <a:pt x="-1457" y="6834900"/>
                  <a:pt x="3713" y="6827141"/>
                  <a:pt x="5504" y="6818176"/>
                </a:cubicBezTo>
                <a:cubicBezTo>
                  <a:pt x="3050" y="6806465"/>
                  <a:pt x="16593" y="6767806"/>
                  <a:pt x="23629" y="6757651"/>
                </a:cubicBezTo>
                <a:cubicBezTo>
                  <a:pt x="46419" y="6733254"/>
                  <a:pt x="40510" y="6694311"/>
                  <a:pt x="58208" y="6674068"/>
                </a:cubicBezTo>
                <a:cubicBezTo>
                  <a:pt x="61460" y="6666791"/>
                  <a:pt x="93888" y="6617787"/>
                  <a:pt x="95020" y="6610847"/>
                </a:cubicBezTo>
                <a:cubicBezTo>
                  <a:pt x="95329" y="6606382"/>
                  <a:pt x="65160" y="6628588"/>
                  <a:pt x="65470" y="6624123"/>
                </a:cubicBezTo>
                <a:lnTo>
                  <a:pt x="137286" y="6588010"/>
                </a:lnTo>
                <a:cubicBezTo>
                  <a:pt x="171356" y="6534981"/>
                  <a:pt x="150244" y="6574447"/>
                  <a:pt x="180635" y="6495275"/>
                </a:cubicBezTo>
                <a:cubicBezTo>
                  <a:pt x="184961" y="6455862"/>
                  <a:pt x="200717" y="6462169"/>
                  <a:pt x="205042" y="6422756"/>
                </a:cubicBezTo>
                <a:lnTo>
                  <a:pt x="209632" y="6358596"/>
                </a:lnTo>
                <a:cubicBezTo>
                  <a:pt x="217454" y="6337402"/>
                  <a:pt x="219904" y="6319757"/>
                  <a:pt x="219796" y="6294314"/>
                </a:cubicBezTo>
                <a:cubicBezTo>
                  <a:pt x="223275" y="6292658"/>
                  <a:pt x="245431" y="6251901"/>
                  <a:pt x="248261" y="6248557"/>
                </a:cubicBezTo>
                <a:lnTo>
                  <a:pt x="286066" y="5959276"/>
                </a:lnTo>
                <a:lnTo>
                  <a:pt x="285981" y="5957154"/>
                </a:lnTo>
                <a:cubicBezTo>
                  <a:pt x="287183" y="5948783"/>
                  <a:pt x="289201" y="5944462"/>
                  <a:pt x="291575" y="5941942"/>
                </a:cubicBezTo>
                <a:lnTo>
                  <a:pt x="294764" y="5940122"/>
                </a:lnTo>
                <a:lnTo>
                  <a:pt x="299218" y="5930161"/>
                </a:lnTo>
                <a:lnTo>
                  <a:pt x="309655" y="5911810"/>
                </a:lnTo>
                <a:cubicBezTo>
                  <a:pt x="309786" y="5910267"/>
                  <a:pt x="309917" y="5908724"/>
                  <a:pt x="310049" y="5907181"/>
                </a:cubicBezTo>
                <a:lnTo>
                  <a:pt x="323362" y="5877642"/>
                </a:lnTo>
                <a:lnTo>
                  <a:pt x="322807" y="5876666"/>
                </a:lnTo>
                <a:cubicBezTo>
                  <a:pt x="321866" y="5873807"/>
                  <a:pt x="321742" y="5870426"/>
                  <a:pt x="323332" y="5865860"/>
                </a:cubicBezTo>
                <a:cubicBezTo>
                  <a:pt x="310067" y="5864546"/>
                  <a:pt x="320164" y="5859849"/>
                  <a:pt x="326018" y="5846502"/>
                </a:cubicBezTo>
                <a:cubicBezTo>
                  <a:pt x="306722" y="5841482"/>
                  <a:pt x="329895" y="5808593"/>
                  <a:pt x="323071" y="5794837"/>
                </a:cubicBezTo>
                <a:cubicBezTo>
                  <a:pt x="327809" y="5785143"/>
                  <a:pt x="332465" y="5774803"/>
                  <a:pt x="336871" y="5763977"/>
                </a:cubicBezTo>
                <a:lnTo>
                  <a:pt x="339251" y="5757443"/>
                </a:lnTo>
                <a:cubicBezTo>
                  <a:pt x="339213" y="5757354"/>
                  <a:pt x="339174" y="5757264"/>
                  <a:pt x="339135" y="5757177"/>
                </a:cubicBezTo>
                <a:cubicBezTo>
                  <a:pt x="339301" y="5755471"/>
                  <a:pt x="339953" y="5753215"/>
                  <a:pt x="341319" y="5750018"/>
                </a:cubicBezTo>
                <a:lnTo>
                  <a:pt x="343592" y="5745527"/>
                </a:lnTo>
                <a:lnTo>
                  <a:pt x="348207" y="5732850"/>
                </a:lnTo>
                <a:lnTo>
                  <a:pt x="348708" y="5727596"/>
                </a:lnTo>
                <a:cubicBezTo>
                  <a:pt x="346803" y="5707845"/>
                  <a:pt x="319974" y="5705139"/>
                  <a:pt x="339704" y="5678917"/>
                </a:cubicBezTo>
                <a:cubicBezTo>
                  <a:pt x="344844" y="5643142"/>
                  <a:pt x="334094" y="5620409"/>
                  <a:pt x="349027" y="5587240"/>
                </a:cubicBezTo>
                <a:cubicBezTo>
                  <a:pt x="353779" y="5553747"/>
                  <a:pt x="352180" y="5524869"/>
                  <a:pt x="360744" y="5496420"/>
                </a:cubicBezTo>
                <a:cubicBezTo>
                  <a:pt x="357816" y="5485007"/>
                  <a:pt x="357580" y="5474190"/>
                  <a:pt x="366191" y="5463512"/>
                </a:cubicBezTo>
                <a:cubicBezTo>
                  <a:pt x="368617" y="5432296"/>
                  <a:pt x="359761" y="5424946"/>
                  <a:pt x="370586" y="5404966"/>
                </a:cubicBezTo>
                <a:cubicBezTo>
                  <a:pt x="357075" y="5387753"/>
                  <a:pt x="363410" y="5386579"/>
                  <a:pt x="369304" y="5378223"/>
                </a:cubicBezTo>
                <a:lnTo>
                  <a:pt x="369813" y="5377039"/>
                </a:lnTo>
                <a:lnTo>
                  <a:pt x="367865" y="5374688"/>
                </a:lnTo>
                <a:lnTo>
                  <a:pt x="367550" y="5369744"/>
                </a:lnTo>
                <a:lnTo>
                  <a:pt x="370308" y="5356163"/>
                </a:lnTo>
                <a:lnTo>
                  <a:pt x="371942" y="5351044"/>
                </a:lnTo>
                <a:cubicBezTo>
                  <a:pt x="372844" y="5347522"/>
                  <a:pt x="373159" y="5345186"/>
                  <a:pt x="373062" y="5343580"/>
                </a:cubicBezTo>
                <a:lnTo>
                  <a:pt x="372900" y="5343400"/>
                </a:lnTo>
                <a:lnTo>
                  <a:pt x="374322" y="5336400"/>
                </a:lnTo>
                <a:cubicBezTo>
                  <a:pt x="377154" y="5324579"/>
                  <a:pt x="380322" y="5313068"/>
                  <a:pt x="383674" y="5302100"/>
                </a:cubicBezTo>
                <a:cubicBezTo>
                  <a:pt x="374454" y="5293093"/>
                  <a:pt x="393159" y="5252439"/>
                  <a:pt x="372456" y="5257295"/>
                </a:cubicBezTo>
                <a:cubicBezTo>
                  <a:pt x="376384" y="5242513"/>
                  <a:pt x="386060" y="5233419"/>
                  <a:pt x="372166" y="5238668"/>
                </a:cubicBezTo>
                <a:cubicBezTo>
                  <a:pt x="373081" y="5233812"/>
                  <a:pt x="372419" y="5230846"/>
                  <a:pt x="370995" y="5228745"/>
                </a:cubicBezTo>
                <a:lnTo>
                  <a:pt x="370266" y="5228139"/>
                </a:lnTo>
                <a:lnTo>
                  <a:pt x="379329" y="5195257"/>
                </a:lnTo>
                <a:cubicBezTo>
                  <a:pt x="379221" y="5193813"/>
                  <a:pt x="379112" y="5192368"/>
                  <a:pt x="379004" y="5190924"/>
                </a:cubicBezTo>
                <a:lnTo>
                  <a:pt x="386868" y="5169448"/>
                </a:lnTo>
                <a:lnTo>
                  <a:pt x="389886" y="5158375"/>
                </a:lnTo>
                <a:lnTo>
                  <a:pt x="392889" y="5155200"/>
                </a:lnTo>
                <a:cubicBezTo>
                  <a:pt x="394939" y="5151797"/>
                  <a:pt x="396337" y="5146953"/>
                  <a:pt x="396254" y="5138880"/>
                </a:cubicBezTo>
                <a:lnTo>
                  <a:pt x="395829" y="5137025"/>
                </a:lnTo>
                <a:lnTo>
                  <a:pt x="401622" y="5123497"/>
                </a:lnTo>
                <a:cubicBezTo>
                  <a:pt x="404011" y="5119132"/>
                  <a:pt x="406797" y="5115249"/>
                  <a:pt x="410123" y="5112085"/>
                </a:cubicBezTo>
                <a:cubicBezTo>
                  <a:pt x="401845" y="5066649"/>
                  <a:pt x="422378" y="5023157"/>
                  <a:pt x="427310" y="4973536"/>
                </a:cubicBezTo>
                <a:cubicBezTo>
                  <a:pt x="406855" y="4952575"/>
                  <a:pt x="448983" y="4866095"/>
                  <a:pt x="473870" y="4853262"/>
                </a:cubicBezTo>
                <a:lnTo>
                  <a:pt x="523687" y="4579511"/>
                </a:lnTo>
                <a:cubicBezTo>
                  <a:pt x="509490" y="4381498"/>
                  <a:pt x="587159" y="4246010"/>
                  <a:pt x="596846" y="4088638"/>
                </a:cubicBezTo>
                <a:lnTo>
                  <a:pt x="609911" y="3862564"/>
                </a:lnTo>
                <a:lnTo>
                  <a:pt x="620392" y="3821134"/>
                </a:lnTo>
                <a:lnTo>
                  <a:pt x="626965" y="3810557"/>
                </a:lnTo>
                <a:cubicBezTo>
                  <a:pt x="636965" y="3784810"/>
                  <a:pt x="638626" y="3750427"/>
                  <a:pt x="652536" y="3736429"/>
                </a:cubicBezTo>
                <a:cubicBezTo>
                  <a:pt x="656116" y="3729433"/>
                  <a:pt x="658396" y="3722498"/>
                  <a:pt x="659855" y="3715640"/>
                </a:cubicBezTo>
                <a:lnTo>
                  <a:pt x="662133" y="3696308"/>
                </a:lnTo>
                <a:lnTo>
                  <a:pt x="659163" y="3690549"/>
                </a:lnTo>
                <a:lnTo>
                  <a:pt x="662546" y="3678883"/>
                </a:lnTo>
                <a:cubicBezTo>
                  <a:pt x="662566" y="3677746"/>
                  <a:pt x="662586" y="3676608"/>
                  <a:pt x="662606" y="3675471"/>
                </a:cubicBezTo>
                <a:cubicBezTo>
                  <a:pt x="662702" y="3668955"/>
                  <a:pt x="662942" y="3662537"/>
                  <a:pt x="663794" y="3656229"/>
                </a:cubicBezTo>
                <a:cubicBezTo>
                  <a:pt x="682544" y="3665951"/>
                  <a:pt x="674158" y="3604159"/>
                  <a:pt x="687156" y="3622733"/>
                </a:cubicBezTo>
                <a:cubicBezTo>
                  <a:pt x="695117" y="3589752"/>
                  <a:pt x="705402" y="3616082"/>
                  <a:pt x="698770" y="3575278"/>
                </a:cubicBezTo>
                <a:cubicBezTo>
                  <a:pt x="711484" y="3533630"/>
                  <a:pt x="737978" y="3434596"/>
                  <a:pt x="763441" y="3372843"/>
                </a:cubicBezTo>
                <a:cubicBezTo>
                  <a:pt x="777128" y="3339410"/>
                  <a:pt x="829603" y="3254706"/>
                  <a:pt x="851549" y="3204760"/>
                </a:cubicBezTo>
                <a:cubicBezTo>
                  <a:pt x="866093" y="3156938"/>
                  <a:pt x="892854" y="3124249"/>
                  <a:pt x="895113" y="3073177"/>
                </a:cubicBezTo>
                <a:cubicBezTo>
                  <a:pt x="898645" y="3071841"/>
                  <a:pt x="901857" y="3069468"/>
                  <a:pt x="904829" y="3066373"/>
                </a:cubicBezTo>
                <a:lnTo>
                  <a:pt x="912657" y="3053733"/>
                </a:lnTo>
                <a:lnTo>
                  <a:pt x="922201" y="3037464"/>
                </a:lnTo>
                <a:lnTo>
                  <a:pt x="927105" y="3027885"/>
                </a:lnTo>
                <a:lnTo>
                  <a:pt x="938351" y="3010448"/>
                </a:lnTo>
                <a:cubicBezTo>
                  <a:pt x="938557" y="3008912"/>
                  <a:pt x="938762" y="3007377"/>
                  <a:pt x="938967" y="3005842"/>
                </a:cubicBezTo>
                <a:lnTo>
                  <a:pt x="953615" y="2977449"/>
                </a:lnTo>
                <a:lnTo>
                  <a:pt x="953111" y="2976418"/>
                </a:lnTo>
                <a:cubicBezTo>
                  <a:pt x="952317" y="2973463"/>
                  <a:pt x="952357" y="2970061"/>
                  <a:pt x="954155" y="2965627"/>
                </a:cubicBezTo>
                <a:cubicBezTo>
                  <a:pt x="941057" y="2963075"/>
                  <a:pt x="951306" y="2959302"/>
                  <a:pt x="957765" y="2946457"/>
                </a:cubicBezTo>
                <a:cubicBezTo>
                  <a:pt x="938860" y="2939627"/>
                  <a:pt x="963453" y="2908790"/>
                  <a:pt x="957350" y="2894353"/>
                </a:cubicBezTo>
                <a:cubicBezTo>
                  <a:pt x="962521" y="2885070"/>
                  <a:pt x="967644" y="2875128"/>
                  <a:pt x="972544" y="2864679"/>
                </a:cubicBezTo>
                <a:lnTo>
                  <a:pt x="975222" y="2858346"/>
                </a:lnTo>
                <a:cubicBezTo>
                  <a:pt x="975187" y="2858255"/>
                  <a:pt x="975153" y="2858162"/>
                  <a:pt x="975121" y="2858070"/>
                </a:cubicBezTo>
                <a:cubicBezTo>
                  <a:pt x="975369" y="2856375"/>
                  <a:pt x="976124" y="2854172"/>
                  <a:pt x="977634" y="2851093"/>
                </a:cubicBezTo>
                <a:lnTo>
                  <a:pt x="980107" y="2846800"/>
                </a:lnTo>
                <a:lnTo>
                  <a:pt x="985305" y="2834510"/>
                </a:lnTo>
                <a:lnTo>
                  <a:pt x="986057" y="2829288"/>
                </a:lnTo>
                <a:lnTo>
                  <a:pt x="984861" y="2825781"/>
                </a:lnTo>
                <a:lnTo>
                  <a:pt x="985547" y="2824862"/>
                </a:lnTo>
                <a:cubicBezTo>
                  <a:pt x="992373" y="2819689"/>
                  <a:pt x="998095" y="2822099"/>
                  <a:pt x="989979" y="2796846"/>
                </a:cubicBezTo>
                <a:cubicBezTo>
                  <a:pt x="1003477" y="2782617"/>
                  <a:pt x="997345" y="2770079"/>
                  <a:pt x="1005909" y="2739609"/>
                </a:cubicBezTo>
                <a:cubicBezTo>
                  <a:pt x="1015566" y="2733617"/>
                  <a:pt x="1017603" y="2722445"/>
                  <a:pt x="1017437" y="2709132"/>
                </a:cubicBezTo>
                <a:cubicBezTo>
                  <a:pt x="1030735" y="2684981"/>
                  <a:pt x="1035337" y="2654605"/>
                  <a:pt x="1046385" y="2623133"/>
                </a:cubicBezTo>
                <a:cubicBezTo>
                  <a:pt x="1066167" y="2597793"/>
                  <a:pt x="1061585" y="2568478"/>
                  <a:pt x="1073441" y="2534899"/>
                </a:cubicBezTo>
                <a:cubicBezTo>
                  <a:pt x="1095930" y="2519375"/>
                  <a:pt x="1073297" y="2501344"/>
                  <a:pt x="1075743" y="2480106"/>
                </a:cubicBezTo>
                <a:lnTo>
                  <a:pt x="1077265" y="2475030"/>
                </a:lnTo>
                <a:lnTo>
                  <a:pt x="1083883" y="2464722"/>
                </a:lnTo>
                <a:lnTo>
                  <a:pt x="1086777" y="2461434"/>
                </a:lnTo>
                <a:lnTo>
                  <a:pt x="1087126" y="2460806"/>
                </a:lnTo>
                <a:cubicBezTo>
                  <a:pt x="1087111" y="2460688"/>
                  <a:pt x="1087097" y="2460571"/>
                  <a:pt x="1087083" y="2460453"/>
                </a:cubicBezTo>
                <a:cubicBezTo>
                  <a:pt x="1084575" y="2448776"/>
                  <a:pt x="1081813" y="2438504"/>
                  <a:pt x="1090877" y="2442912"/>
                </a:cubicBezTo>
                <a:cubicBezTo>
                  <a:pt x="1086411" y="2408943"/>
                  <a:pt x="1104841" y="2426247"/>
                  <a:pt x="1084594" y="2393943"/>
                </a:cubicBezTo>
                <a:cubicBezTo>
                  <a:pt x="1081331" y="2349474"/>
                  <a:pt x="1094117" y="2215455"/>
                  <a:pt x="1095187" y="2145620"/>
                </a:cubicBezTo>
                <a:cubicBezTo>
                  <a:pt x="1095677" y="2107869"/>
                  <a:pt x="1088933" y="2032209"/>
                  <a:pt x="1091005" y="1974931"/>
                </a:cubicBezTo>
                <a:cubicBezTo>
                  <a:pt x="1090143" y="1920771"/>
                  <a:pt x="1089637" y="1848695"/>
                  <a:pt x="1090021" y="1820662"/>
                </a:cubicBezTo>
                <a:lnTo>
                  <a:pt x="1095393" y="1784755"/>
                </a:lnTo>
                <a:lnTo>
                  <a:pt x="1100337" y="1751246"/>
                </a:lnTo>
                <a:lnTo>
                  <a:pt x="1099270" y="1746792"/>
                </a:lnTo>
                <a:lnTo>
                  <a:pt x="1102388" y="1712948"/>
                </a:lnTo>
                <a:lnTo>
                  <a:pt x="1101575" y="1712332"/>
                </a:lnTo>
                <a:cubicBezTo>
                  <a:pt x="1099829" y="1710177"/>
                  <a:pt x="1098671" y="1707132"/>
                  <a:pt x="1098721" y="1702136"/>
                </a:cubicBezTo>
                <a:cubicBezTo>
                  <a:pt x="1086125" y="1707597"/>
                  <a:pt x="1093953" y="1698203"/>
                  <a:pt x="1095215" y="1682992"/>
                </a:cubicBezTo>
                <a:cubicBezTo>
                  <a:pt x="1075930" y="1688080"/>
                  <a:pt x="1087074" y="1646201"/>
                  <a:pt x="1076555" y="1636988"/>
                </a:cubicBezTo>
                <a:cubicBezTo>
                  <a:pt x="1077915" y="1625697"/>
                  <a:pt x="1079003" y="1613851"/>
                  <a:pt x="1079711" y="1601685"/>
                </a:cubicBezTo>
                <a:cubicBezTo>
                  <a:pt x="1079767" y="1599285"/>
                  <a:pt x="1079824" y="1596884"/>
                  <a:pt x="1079881" y="1594484"/>
                </a:cubicBezTo>
                <a:lnTo>
                  <a:pt x="1079691" y="1594298"/>
                </a:lnTo>
                <a:cubicBezTo>
                  <a:pt x="1079319" y="1592646"/>
                  <a:pt x="1079221" y="1590246"/>
                  <a:pt x="1079489" y="1586621"/>
                </a:cubicBezTo>
                <a:lnTo>
                  <a:pt x="1080191" y="1581350"/>
                </a:lnTo>
                <a:lnTo>
                  <a:pt x="1080520" y="1567378"/>
                </a:lnTo>
                <a:lnTo>
                  <a:pt x="1079357" y="1562296"/>
                </a:lnTo>
                <a:cubicBezTo>
                  <a:pt x="1071509" y="1545100"/>
                  <a:pt x="1046015" y="1556102"/>
                  <a:pt x="1056053" y="1522084"/>
                </a:cubicBezTo>
                <a:cubicBezTo>
                  <a:pt x="1045144" y="1480164"/>
                  <a:pt x="1023259" y="1355336"/>
                  <a:pt x="1013893" y="1310783"/>
                </a:cubicBezTo>
                <a:cubicBezTo>
                  <a:pt x="1006486" y="1280872"/>
                  <a:pt x="996077" y="1278569"/>
                  <a:pt x="999857" y="1254761"/>
                </a:cubicBezTo>
                <a:lnTo>
                  <a:pt x="988009" y="1228301"/>
                </a:lnTo>
                <a:lnTo>
                  <a:pt x="986193" y="1223915"/>
                </a:lnTo>
                <a:lnTo>
                  <a:pt x="984535" y="1210047"/>
                </a:lnTo>
                <a:cubicBezTo>
                  <a:pt x="984508" y="1208205"/>
                  <a:pt x="984482" y="1206362"/>
                  <a:pt x="984455" y="1204520"/>
                </a:cubicBezTo>
                <a:cubicBezTo>
                  <a:pt x="984199" y="1200829"/>
                  <a:pt x="983767" y="1198525"/>
                  <a:pt x="983181" y="1197097"/>
                </a:cubicBezTo>
                <a:lnTo>
                  <a:pt x="982976" y="1197013"/>
                </a:lnTo>
                <a:lnTo>
                  <a:pt x="982123" y="1189862"/>
                </a:lnTo>
                <a:cubicBezTo>
                  <a:pt x="981075" y="1177574"/>
                  <a:pt x="980434" y="1165401"/>
                  <a:pt x="980128" y="1153636"/>
                </a:cubicBezTo>
                <a:cubicBezTo>
                  <a:pt x="968875" y="1149994"/>
                  <a:pt x="973513" y="1103222"/>
                  <a:pt x="955984" y="1118095"/>
                </a:cubicBezTo>
                <a:cubicBezTo>
                  <a:pt x="955031" y="1102534"/>
                  <a:pt x="961117" y="1089311"/>
                  <a:pt x="949966" y="1101120"/>
                </a:cubicBezTo>
                <a:cubicBezTo>
                  <a:pt x="949310" y="1096198"/>
                  <a:pt x="947785" y="1093805"/>
                  <a:pt x="945827" y="1092587"/>
                </a:cubicBezTo>
                <a:lnTo>
                  <a:pt x="944973" y="1092398"/>
                </a:lnTo>
                <a:lnTo>
                  <a:pt x="941512" y="1053799"/>
                </a:lnTo>
                <a:lnTo>
                  <a:pt x="943245" y="1013984"/>
                </a:lnTo>
                <a:cubicBezTo>
                  <a:pt x="944079" y="1009826"/>
                  <a:pt x="943867" y="1004670"/>
                  <a:pt x="941298" y="997293"/>
                </a:cubicBezTo>
                <a:lnTo>
                  <a:pt x="940335" y="995801"/>
                </a:lnTo>
                <a:lnTo>
                  <a:pt x="941482" y="980455"/>
                </a:lnTo>
                <a:cubicBezTo>
                  <a:pt x="942330" y="975240"/>
                  <a:pt x="943693" y="970273"/>
                  <a:pt x="945774" y="965691"/>
                </a:cubicBezTo>
                <a:cubicBezTo>
                  <a:pt x="924137" y="928094"/>
                  <a:pt x="929581" y="877796"/>
                  <a:pt x="918795" y="829709"/>
                </a:cubicBezTo>
                <a:cubicBezTo>
                  <a:pt x="912678" y="772490"/>
                  <a:pt x="913929" y="659638"/>
                  <a:pt x="909069" y="622375"/>
                </a:cubicBezTo>
                <a:cubicBezTo>
                  <a:pt x="900232" y="553358"/>
                  <a:pt x="900977" y="494184"/>
                  <a:pt x="891618" y="452257"/>
                </a:cubicBezTo>
                <a:cubicBezTo>
                  <a:pt x="867903" y="430960"/>
                  <a:pt x="861934" y="401830"/>
                  <a:pt x="852916" y="370816"/>
                </a:cubicBezTo>
                <a:cubicBezTo>
                  <a:pt x="871317" y="370167"/>
                  <a:pt x="836666" y="336199"/>
                  <a:pt x="855402" y="323482"/>
                </a:cubicBezTo>
                <a:cubicBezTo>
                  <a:pt x="853168" y="318240"/>
                  <a:pt x="850412" y="313564"/>
                  <a:pt x="847506" y="308965"/>
                </a:cubicBezTo>
                <a:lnTo>
                  <a:pt x="845993" y="306550"/>
                </a:lnTo>
                <a:lnTo>
                  <a:pt x="843235" y="294989"/>
                </a:lnTo>
                <a:lnTo>
                  <a:pt x="838338" y="294091"/>
                </a:lnTo>
                <a:lnTo>
                  <a:pt x="831233" y="278384"/>
                </a:lnTo>
                <a:cubicBezTo>
                  <a:pt x="829208" y="272138"/>
                  <a:pt x="827774" y="264987"/>
                  <a:pt x="827302" y="256451"/>
                </a:cubicBezTo>
                <a:cubicBezTo>
                  <a:pt x="832901" y="224346"/>
                  <a:pt x="805328" y="189791"/>
                  <a:pt x="813243" y="149697"/>
                </a:cubicBezTo>
                <a:cubicBezTo>
                  <a:pt x="814580" y="135373"/>
                  <a:pt x="809093" y="93596"/>
                  <a:pt x="802194" y="87262"/>
                </a:cubicBezTo>
                <a:cubicBezTo>
                  <a:pt x="799842" y="78874"/>
                  <a:pt x="800701" y="68127"/>
                  <a:pt x="793857" y="65797"/>
                </a:cubicBezTo>
                <a:cubicBezTo>
                  <a:pt x="785399" y="61181"/>
                  <a:pt x="793487" y="27544"/>
                  <a:pt x="784997" y="34307"/>
                </a:cubicBezTo>
                <a:cubicBezTo>
                  <a:pt x="787721" y="22402"/>
                  <a:pt x="784554" y="13224"/>
                  <a:pt x="779935" y="488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B1C2D05-1CC6-4CA8-8ABA-47A0B72FB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18342" y="689132"/>
            <a:ext cx="4423012" cy="546452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38100" dist="12700" dir="3000000" algn="tl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795E9162-C4E1-E6CB-CC57-28CC12343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6469"/>
          <a:stretch/>
        </p:blipFill>
        <p:spPr>
          <a:xfrm>
            <a:off x="7279209" y="852697"/>
            <a:ext cx="1999306" cy="2512980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9C2E4AFC-09DE-2EEE-C385-EBA914156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3" r="-1" b="33694"/>
          <a:stretch/>
        </p:blipFill>
        <p:spPr>
          <a:xfrm>
            <a:off x="9344257" y="3469192"/>
            <a:ext cx="1999307" cy="2512980"/>
          </a:xfrm>
          <a:prstGeom prst="rect">
            <a:avLst/>
          </a:prstGeom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30658A20-B4E1-AD5F-3F81-97C27D0FFB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3" r="-1" b="35487"/>
          <a:stretch/>
        </p:blipFill>
        <p:spPr>
          <a:xfrm>
            <a:off x="7279209" y="3469192"/>
            <a:ext cx="1999306" cy="2535291"/>
          </a:xfrm>
          <a:prstGeom prst="rect">
            <a:avLst/>
          </a:prstGeom>
        </p:spPr>
      </p:pic>
      <p:pic>
        <p:nvPicPr>
          <p:cNvPr id="5" name="图片 4" descr="图形用户界面, 文本&#10;&#10;AI 生成的内容可能不正确。">
            <a:extLst>
              <a:ext uri="{FF2B5EF4-FFF2-40B4-BE49-F238E27FC236}">
                <a16:creationId xmlns:a16="http://schemas.microsoft.com/office/drawing/2014/main" id="{F7234D27-8B11-7D81-E33F-DDF14E504F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8" r="-1" b="30442"/>
          <a:stretch/>
        </p:blipFill>
        <p:spPr>
          <a:xfrm>
            <a:off x="9344257" y="841541"/>
            <a:ext cx="1999307" cy="2535291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27BC8104-FC8A-47CA-B1D7-85D302DC1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8599" y="6085688"/>
            <a:ext cx="1177396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239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5393383-8FF8-2FCE-BB9B-3C2E34A26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0" y="138205"/>
            <a:ext cx="4784796" cy="1330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文书：反复打磨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7BCFEC-97B8-CF3B-0BC8-B5CED76EF40D}"/>
              </a:ext>
            </a:extLst>
          </p:cNvPr>
          <p:cNvSpPr txBox="1"/>
          <p:nvPr/>
        </p:nvSpPr>
        <p:spPr>
          <a:xfrm>
            <a:off x="1002831" y="1375237"/>
            <a:ext cx="5093169" cy="3908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1. </a:t>
            </a:r>
            <a:r>
              <a:rPr lang="zh-CN" altLang="en-US" sz="2000" dirty="0"/>
              <a:t>中文稿：</a:t>
            </a:r>
            <a:endParaRPr lang="en-US" altLang="zh-CN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挑选素材（实习、科研、交流交换）</a:t>
            </a:r>
            <a:endParaRPr lang="en-US" altLang="zh-CN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细节</a:t>
            </a:r>
            <a:r>
              <a:rPr lang="en-US" altLang="zh-CN" sz="2000" dirty="0"/>
              <a:t>career goal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2. </a:t>
            </a:r>
            <a:r>
              <a:rPr lang="zh-CN" altLang="en-US" sz="2000" dirty="0"/>
              <a:t>英文初稿：</a:t>
            </a:r>
            <a:endParaRPr lang="en-US" altLang="zh-CN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准确翻译（专业术语、课程名称）</a:t>
            </a:r>
            <a:endParaRPr lang="en-US" altLang="zh-CN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强调逻辑</a:t>
            </a:r>
            <a:endParaRPr lang="en-US" altLang="zh-CN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3. </a:t>
            </a:r>
            <a:r>
              <a:rPr lang="zh-CN" altLang="en-US" sz="2000" dirty="0"/>
              <a:t>英文润色稿：</a:t>
            </a:r>
            <a:endParaRPr lang="en-US" altLang="zh-CN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强调遣词造句</a:t>
            </a:r>
            <a:endParaRPr lang="en-US" altLang="zh-CN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调整字数</a:t>
            </a:r>
            <a:endParaRPr lang="en-US" altLang="zh-CN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4. </a:t>
            </a:r>
            <a:r>
              <a:rPr lang="zh-CN" altLang="en-US" sz="2000" dirty="0"/>
              <a:t>终稿：</a:t>
            </a:r>
            <a:endParaRPr lang="en-US" altLang="zh-CN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格式与美观</a:t>
            </a:r>
            <a:endParaRPr lang="en-US" altLang="zh-CN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检查细节</a:t>
            </a: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AB7ED48-6F8C-86D7-5CBE-EE081EBFC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7280" y="1469045"/>
            <a:ext cx="5853149" cy="406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2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95CEDE8-7D7D-29BE-849B-10058039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415" y="439909"/>
            <a:ext cx="4772975" cy="180052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zh-CN" altLang="en-US" dirty="0"/>
              <a:t>中文稿：</a:t>
            </a:r>
            <a:br>
              <a:rPr lang="en-US" altLang="zh-CN" dirty="0"/>
            </a:br>
            <a:r>
              <a:rPr lang="zh-CN" altLang="en-US" dirty="0"/>
              <a:t>最为重要；再三确认！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3F3315-D78D-7BD3-240E-D4C21048181D}"/>
              </a:ext>
            </a:extLst>
          </p:cNvPr>
          <p:cNvSpPr txBox="1"/>
          <p:nvPr/>
        </p:nvSpPr>
        <p:spPr>
          <a:xfrm>
            <a:off x="973143" y="2443993"/>
            <a:ext cx="4772974" cy="3553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不怕多，怕不全</a:t>
            </a:r>
            <a:r>
              <a:rPr lang="zh-CN" altLang="en-US" sz="2000" dirty="0">
                <a:sym typeface="Wingdings" panose="05000000000000000000" pitchFamily="2" charset="2"/>
              </a:rPr>
              <a:t>：（也方便面试准备）</a:t>
            </a: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在哪做（公司、部门、岗位）</a:t>
            </a: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为什么做（做实习的目的）</a:t>
            </a: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怎么做（</a:t>
            </a:r>
            <a:r>
              <a:rPr lang="en-US" altLang="zh-CN" sz="2000" dirty="0"/>
              <a:t>model tool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做错了什么（项目内容</a:t>
            </a:r>
            <a:r>
              <a:rPr lang="en-US" altLang="zh-CN" sz="2000" dirty="0"/>
              <a:t>+</a:t>
            </a:r>
            <a:r>
              <a:rPr lang="zh-CN" altLang="en-US" sz="2000" dirty="0"/>
              <a:t>结果 </a:t>
            </a:r>
            <a:r>
              <a:rPr lang="en-US" altLang="zh-CN" sz="2000" dirty="0"/>
              <a:t>-&gt; CV</a:t>
            </a:r>
            <a:r>
              <a:rPr lang="zh-CN" altLang="en-US" sz="2000" dirty="0"/>
              <a:t>扩写）</a:t>
            </a: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如何做的更好（认为可以进步的地方）</a:t>
            </a:r>
            <a:endParaRPr lang="en-US" altLang="zh-CN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/>
              <a:t>未来想怎么做（延续进步，职业发展铺垫）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E735DAE-D579-1E21-2620-B30A6E28F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884" y="643467"/>
            <a:ext cx="5396076" cy="782430"/>
          </a:xfrm>
          <a:prstGeom prst="rect">
            <a:avLst/>
          </a:prstGeom>
        </p:spPr>
      </p:pic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4328D635-F546-82EA-6814-AE8136ED6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45884" y="1622800"/>
            <a:ext cx="5396076" cy="478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6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619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E72F1B6-4830-6D15-4ED4-FBAE09E6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49" y="0"/>
            <a:ext cx="4873387" cy="1800526"/>
          </a:xfrm>
        </p:spPr>
        <p:txBody>
          <a:bodyPr>
            <a:normAutofit/>
          </a:bodyPr>
          <a:lstStyle/>
          <a:p>
            <a:r>
              <a:rPr lang="zh-CN" altLang="en-US" dirty="0"/>
              <a:t>英语初稿</a:t>
            </a:r>
            <a:r>
              <a:rPr lang="en-US" altLang="zh-CN" dirty="0"/>
              <a:t>+</a:t>
            </a:r>
            <a:r>
              <a:rPr lang="zh-CN" altLang="en-US" dirty="0"/>
              <a:t>润色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F61803C-7F26-F6E6-A461-0CA5CED44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0771B8-54DF-08A9-3F50-A530CE64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85" y="1549024"/>
            <a:ext cx="7373654" cy="2580778"/>
          </a:xfrm>
          <a:prstGeom prst="rect">
            <a:avLst/>
          </a:prstGeom>
        </p:spPr>
      </p:pic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410A6D0-B23F-97D5-D929-6612E0E37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624" y="4517410"/>
            <a:ext cx="7369915" cy="140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55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D320757-1EE0-15E2-E157-E0CC2845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74" y="589948"/>
            <a:ext cx="4772975" cy="1800526"/>
          </a:xfrm>
        </p:spPr>
        <p:txBody>
          <a:bodyPr>
            <a:normAutofit/>
          </a:bodyPr>
          <a:lstStyle/>
          <a:p>
            <a:r>
              <a:rPr lang="en-US" altLang="zh-CN" dirty="0"/>
              <a:t>1 -&gt; 100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47B1D1-E16A-ED1F-4C4F-602E96D57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024" y="2234975"/>
            <a:ext cx="4772974" cy="355358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不变的部分：</a:t>
            </a:r>
            <a:endParaRPr lang="en-US" altLang="zh-CN" sz="2000" dirty="0"/>
          </a:p>
          <a:p>
            <a:pPr lvl="1"/>
            <a:r>
              <a:rPr lang="zh-CN" altLang="en-US" sz="2000" dirty="0"/>
              <a:t>主体内容</a:t>
            </a: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需要更改：</a:t>
            </a:r>
            <a:endParaRPr lang="en-US" altLang="zh-CN" sz="2000" dirty="0"/>
          </a:p>
          <a:p>
            <a:pPr lvl="1"/>
            <a:r>
              <a:rPr lang="en-US" altLang="zh-CN" sz="2000" dirty="0"/>
              <a:t>Career goal</a:t>
            </a:r>
          </a:p>
          <a:p>
            <a:pPr lvl="1"/>
            <a:r>
              <a:rPr lang="en-US" altLang="zh-CN" sz="2000" dirty="0"/>
              <a:t>Why school</a:t>
            </a:r>
          </a:p>
          <a:p>
            <a:pPr lvl="1"/>
            <a:r>
              <a:rPr lang="en-US" altLang="zh-CN" sz="2000" dirty="0"/>
              <a:t>Hook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DF07F7-C293-9F8B-4115-841C2DA05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745" y="740306"/>
            <a:ext cx="7753713" cy="24811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592E177-C2BD-9F4E-8363-B189438CB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563" y="3371850"/>
            <a:ext cx="8183158" cy="280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96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B2601-E4E3-0F48-E871-86D243FA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文书的</a:t>
            </a:r>
            <a:r>
              <a:rPr lang="en-US" altLang="zh-CN" dirty="0"/>
              <a:t>AI</a:t>
            </a:r>
            <a:r>
              <a:rPr lang="zh-CN" altLang="en-US" dirty="0"/>
              <a:t>使用：</a:t>
            </a: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F631D26D-A7AB-C7B6-C0F3-830C126196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3835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8FA8B4-7967-47BE-8794-2493F03B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3CE35E3-B884-9030-2C75-EAFA01F2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5" y="603622"/>
            <a:ext cx="5897271" cy="1330841"/>
          </a:xfrm>
        </p:spPr>
        <p:txBody>
          <a:bodyPr>
            <a:normAutofit/>
          </a:bodyPr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机器面试准备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F49137-242B-0A99-0F95-F37DEF92C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200081"/>
            <a:ext cx="5897271" cy="3902607"/>
          </a:xfrm>
        </p:spPr>
        <p:txBody>
          <a:bodyPr>
            <a:normAutofit/>
          </a:bodyPr>
          <a:lstStyle/>
          <a:p>
            <a:r>
              <a:rPr lang="en-US" altLang="zh-CN" sz="1900">
                <a:solidFill>
                  <a:schemeClr val="tx1">
                    <a:lumMod val="85000"/>
                    <a:lumOff val="15000"/>
                  </a:schemeClr>
                </a:solidFill>
              </a:rPr>
              <a:t>Kira</a:t>
            </a:r>
            <a:r>
              <a:rPr lang="zh-CN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：</a:t>
            </a:r>
            <a:r>
              <a:rPr lang="en-US" altLang="zh-CN" sz="1900">
                <a:solidFill>
                  <a:schemeClr val="tx1">
                    <a:lumMod val="85000"/>
                    <a:lumOff val="15000"/>
                  </a:schemeClr>
                </a:solidFill>
              </a:rPr>
              <a:t>Oxford</a:t>
            </a:r>
            <a:r>
              <a:rPr lang="zh-CN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，</a:t>
            </a:r>
            <a:r>
              <a:rPr lang="en-US" altLang="zh-CN" sz="1900">
                <a:solidFill>
                  <a:schemeClr val="tx1">
                    <a:lumMod val="85000"/>
                    <a:lumOff val="15000"/>
                  </a:schemeClr>
                </a:solidFill>
              </a:rPr>
              <a:t>Yale</a:t>
            </a:r>
            <a:r>
              <a:rPr lang="zh-CN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，</a:t>
            </a:r>
            <a:r>
              <a:rPr lang="en-US" altLang="zh-CN" sz="1900">
                <a:solidFill>
                  <a:schemeClr val="tx1">
                    <a:lumMod val="85000"/>
                    <a:lumOff val="15000"/>
                  </a:schemeClr>
                </a:solidFill>
              </a:rPr>
              <a:t>IC</a:t>
            </a:r>
          </a:p>
          <a:p>
            <a:r>
              <a:rPr lang="zh-CN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申请页面跳转：</a:t>
            </a:r>
            <a:r>
              <a:rPr lang="en-US" altLang="zh-CN" sz="1900">
                <a:solidFill>
                  <a:schemeClr val="tx1">
                    <a:lumMod val="85000"/>
                    <a:lumOff val="15000"/>
                  </a:schemeClr>
                </a:solidFill>
              </a:rPr>
              <a:t>MIT</a:t>
            </a:r>
          </a:p>
          <a:p>
            <a:endParaRPr lang="en-US" altLang="zh-CN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有题库（小红书）</a:t>
            </a:r>
            <a:endParaRPr lang="en-US" altLang="zh-CN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有限、全面且每年重复率较高</a:t>
            </a:r>
            <a:endParaRPr lang="en-US" altLang="zh-CN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多行为面试问题</a:t>
            </a:r>
            <a:endParaRPr lang="en-US" altLang="zh-CN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自我介绍、职业发展、校内经历、实习科研、交流交换、为什么选择这个学校、为学校做出什么贡献</a:t>
            </a:r>
            <a:endParaRPr lang="en-US" altLang="zh-CN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有余力可以提前准备</a:t>
            </a:r>
            <a:endParaRPr lang="en-US" altLang="zh-CN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zh-CN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一劳永逸：多校通用，真人面也会用到</a:t>
            </a:r>
            <a:endParaRPr lang="en-US" altLang="zh-CN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zh-CN" altLang="en-US" sz="19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767D8D7-ED86-4F44-A26B-8D67E0801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69436" y="0"/>
            <a:ext cx="3822565" cy="6858000"/>
          </a:xfrm>
          <a:custGeom>
            <a:avLst/>
            <a:gdLst>
              <a:gd name="connsiteX0" fmla="*/ 1908781 w 3822565"/>
              <a:gd name="connsiteY0" fmla="*/ 0 h 6858000"/>
              <a:gd name="connsiteX1" fmla="*/ 3822565 w 3822565"/>
              <a:gd name="connsiteY1" fmla="*/ 0 h 6858000"/>
              <a:gd name="connsiteX2" fmla="*/ 3822565 w 3822565"/>
              <a:gd name="connsiteY2" fmla="*/ 6858000 h 6858000"/>
              <a:gd name="connsiteX3" fmla="*/ 0 w 3822565"/>
              <a:gd name="connsiteY3" fmla="*/ 6858000 h 6858000"/>
              <a:gd name="connsiteX4" fmla="*/ 151 w 3822565"/>
              <a:gd name="connsiteY4" fmla="*/ 6857680 h 6858000"/>
              <a:gd name="connsiteX5" fmla="*/ 4412 w 3822565"/>
              <a:gd name="connsiteY5" fmla="*/ 6839759 h 6858000"/>
              <a:gd name="connsiteX6" fmla="*/ 34385 w 3822565"/>
              <a:gd name="connsiteY6" fmla="*/ 6772457 h 6858000"/>
              <a:gd name="connsiteX7" fmla="*/ 68653 w 3822565"/>
              <a:gd name="connsiteY7" fmla="*/ 6472529 h 6858000"/>
              <a:gd name="connsiteX8" fmla="*/ 29272 w 3822565"/>
              <a:gd name="connsiteY8" fmla="*/ 6321544 h 6858000"/>
              <a:gd name="connsiteX9" fmla="*/ 59534 w 3822565"/>
              <a:gd name="connsiteY9" fmla="*/ 6173230 h 6858000"/>
              <a:gd name="connsiteX10" fmla="*/ 58116 w 3822565"/>
              <a:gd name="connsiteY10" fmla="*/ 6119111 h 6858000"/>
              <a:gd name="connsiteX11" fmla="*/ 83035 w 3822565"/>
              <a:gd name="connsiteY11" fmla="*/ 6046531 h 6858000"/>
              <a:gd name="connsiteX12" fmla="*/ 105720 w 3822565"/>
              <a:gd name="connsiteY12" fmla="*/ 5994588 h 6858000"/>
              <a:gd name="connsiteX13" fmla="*/ 94826 w 3822565"/>
              <a:gd name="connsiteY13" fmla="*/ 5939582 h 6858000"/>
              <a:gd name="connsiteX14" fmla="*/ 104200 w 3822565"/>
              <a:gd name="connsiteY14" fmla="*/ 5882479 h 6858000"/>
              <a:gd name="connsiteX15" fmla="*/ 87761 w 3822565"/>
              <a:gd name="connsiteY15" fmla="*/ 5832837 h 6858000"/>
              <a:gd name="connsiteX16" fmla="*/ 99110 w 3822565"/>
              <a:gd name="connsiteY16" fmla="*/ 5680404 h 6858000"/>
              <a:gd name="connsiteX17" fmla="*/ 131086 w 3822565"/>
              <a:gd name="connsiteY17" fmla="*/ 5602902 h 6858000"/>
              <a:gd name="connsiteX18" fmla="*/ 154429 w 3822565"/>
              <a:gd name="connsiteY18" fmla="*/ 5515339 h 6858000"/>
              <a:gd name="connsiteX19" fmla="*/ 165472 w 3822565"/>
              <a:gd name="connsiteY19" fmla="*/ 5469987 h 6858000"/>
              <a:gd name="connsiteX20" fmla="*/ 170135 w 3822565"/>
              <a:gd name="connsiteY20" fmla="*/ 5377607 h 6858000"/>
              <a:gd name="connsiteX21" fmla="*/ 208132 w 3822565"/>
              <a:gd name="connsiteY21" fmla="*/ 5324153 h 6858000"/>
              <a:gd name="connsiteX22" fmla="*/ 224105 w 3822565"/>
              <a:gd name="connsiteY22" fmla="*/ 5214686 h 6858000"/>
              <a:gd name="connsiteX23" fmla="*/ 245848 w 3822565"/>
              <a:gd name="connsiteY23" fmla="*/ 5114050 h 6858000"/>
              <a:gd name="connsiteX24" fmla="*/ 249121 w 3822565"/>
              <a:gd name="connsiteY24" fmla="*/ 5056546 h 6858000"/>
              <a:gd name="connsiteX25" fmla="*/ 274945 w 3822565"/>
              <a:gd name="connsiteY25" fmla="*/ 4931796 h 6858000"/>
              <a:gd name="connsiteX26" fmla="*/ 284851 w 3822565"/>
              <a:gd name="connsiteY26" fmla="*/ 4846391 h 6858000"/>
              <a:gd name="connsiteX27" fmla="*/ 305290 w 3822565"/>
              <a:gd name="connsiteY27" fmla="*/ 4729708 h 6858000"/>
              <a:gd name="connsiteX28" fmla="*/ 354498 w 3822565"/>
              <a:gd name="connsiteY28" fmla="*/ 4675611 h 6858000"/>
              <a:gd name="connsiteX29" fmla="*/ 397164 w 3822565"/>
              <a:gd name="connsiteY29" fmla="*/ 4630471 h 6858000"/>
              <a:gd name="connsiteX30" fmla="*/ 466650 w 3822565"/>
              <a:gd name="connsiteY30" fmla="*/ 4546515 h 6858000"/>
              <a:gd name="connsiteX31" fmla="*/ 495823 w 3822565"/>
              <a:gd name="connsiteY31" fmla="*/ 4474195 h 6858000"/>
              <a:gd name="connsiteX32" fmla="*/ 558479 w 3822565"/>
              <a:gd name="connsiteY32" fmla="*/ 4297282 h 6858000"/>
              <a:gd name="connsiteX33" fmla="*/ 625703 w 3822565"/>
              <a:gd name="connsiteY33" fmla="*/ 4165319 h 6858000"/>
              <a:gd name="connsiteX34" fmla="*/ 678274 w 3822565"/>
              <a:gd name="connsiteY34" fmla="*/ 4092709 h 6858000"/>
              <a:gd name="connsiteX35" fmla="*/ 736308 w 3822565"/>
              <a:gd name="connsiteY35" fmla="*/ 3990039 h 6858000"/>
              <a:gd name="connsiteX36" fmla="*/ 835278 w 3822565"/>
              <a:gd name="connsiteY36" fmla="*/ 3897243 h 6858000"/>
              <a:gd name="connsiteX37" fmla="*/ 880809 w 3822565"/>
              <a:gd name="connsiteY37" fmla="*/ 3845042 h 6858000"/>
              <a:gd name="connsiteX38" fmla="*/ 918515 w 3822565"/>
              <a:gd name="connsiteY38" fmla="*/ 3779285 h 6858000"/>
              <a:gd name="connsiteX39" fmla="*/ 941283 w 3822565"/>
              <a:gd name="connsiteY39" fmla="*/ 3740219 h 6858000"/>
              <a:gd name="connsiteX40" fmla="*/ 985757 w 3822565"/>
              <a:gd name="connsiteY40" fmla="*/ 3616522 h 6858000"/>
              <a:gd name="connsiteX41" fmla="*/ 1020050 w 3822565"/>
              <a:gd name="connsiteY41" fmla="*/ 3363325 h 6858000"/>
              <a:gd name="connsiteX42" fmla="*/ 1042196 w 3822565"/>
              <a:gd name="connsiteY42" fmla="*/ 3299604 h 6858000"/>
              <a:gd name="connsiteX43" fmla="*/ 1051512 w 3822565"/>
              <a:gd name="connsiteY43" fmla="*/ 3296010 h 6858000"/>
              <a:gd name="connsiteX44" fmla="*/ 1060369 w 3822565"/>
              <a:gd name="connsiteY44" fmla="*/ 3113268 h 6858000"/>
              <a:gd name="connsiteX45" fmla="*/ 1096336 w 3822565"/>
              <a:gd name="connsiteY45" fmla="*/ 2985142 h 6858000"/>
              <a:gd name="connsiteX46" fmla="*/ 1167734 w 3822565"/>
              <a:gd name="connsiteY46" fmla="*/ 2726168 h 6858000"/>
              <a:gd name="connsiteX47" fmla="*/ 1202970 w 3822565"/>
              <a:gd name="connsiteY47" fmla="*/ 2531784 h 6858000"/>
              <a:gd name="connsiteX48" fmla="*/ 1212964 w 3822565"/>
              <a:gd name="connsiteY48" fmla="*/ 2296688 h 6858000"/>
              <a:gd name="connsiteX49" fmla="*/ 1220808 w 3822565"/>
              <a:gd name="connsiteY49" fmla="*/ 1973300 h 6858000"/>
              <a:gd name="connsiteX50" fmla="*/ 1215718 w 3822565"/>
              <a:gd name="connsiteY50" fmla="*/ 1796075 h 6858000"/>
              <a:gd name="connsiteX51" fmla="*/ 1257417 w 3822565"/>
              <a:gd name="connsiteY51" fmla="*/ 1435754 h 6858000"/>
              <a:gd name="connsiteX52" fmla="*/ 1329777 w 3822565"/>
              <a:gd name="connsiteY52" fmla="*/ 1215388 h 6858000"/>
              <a:gd name="connsiteX53" fmla="*/ 1595941 w 3822565"/>
              <a:gd name="connsiteY53" fmla="*/ 762839 h 6858000"/>
              <a:gd name="connsiteX54" fmla="*/ 1697280 w 3822565"/>
              <a:gd name="connsiteY54" fmla="*/ 601296 h 6858000"/>
              <a:gd name="connsiteX55" fmla="*/ 1747154 w 3822565"/>
              <a:gd name="connsiteY55" fmla="*/ 485563 h 6858000"/>
              <a:gd name="connsiteX56" fmla="*/ 1776962 w 3822565"/>
              <a:gd name="connsiteY56" fmla="*/ 324002 h 6858000"/>
              <a:gd name="connsiteX57" fmla="*/ 1809493 w 3822565"/>
              <a:gd name="connsiteY57" fmla="*/ 163998 h 6858000"/>
              <a:gd name="connsiteX58" fmla="*/ 1892490 w 3822565"/>
              <a:gd name="connsiteY58" fmla="*/ 24283 h 6858000"/>
              <a:gd name="connsiteX59" fmla="*/ 1907147 w 3822565"/>
              <a:gd name="connsiteY59" fmla="*/ 160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3822565" h="6858000">
                <a:moveTo>
                  <a:pt x="1908781" y="0"/>
                </a:moveTo>
                <a:lnTo>
                  <a:pt x="3822565" y="0"/>
                </a:lnTo>
                <a:lnTo>
                  <a:pt x="3822565" y="6858000"/>
                </a:lnTo>
                <a:lnTo>
                  <a:pt x="0" y="6858000"/>
                </a:lnTo>
                <a:lnTo>
                  <a:pt x="151" y="6857680"/>
                </a:lnTo>
                <a:cubicBezTo>
                  <a:pt x="2131" y="6852550"/>
                  <a:pt x="3681" y="6846860"/>
                  <a:pt x="4412" y="6839759"/>
                </a:cubicBezTo>
                <a:cubicBezTo>
                  <a:pt x="14124" y="6808033"/>
                  <a:pt x="51215" y="6809270"/>
                  <a:pt x="34385" y="6772457"/>
                </a:cubicBezTo>
                <a:cubicBezTo>
                  <a:pt x="45091" y="6711253"/>
                  <a:pt x="62628" y="6547679"/>
                  <a:pt x="68653" y="6472529"/>
                </a:cubicBezTo>
                <a:cubicBezTo>
                  <a:pt x="81305" y="6382203"/>
                  <a:pt x="3692" y="6369465"/>
                  <a:pt x="29272" y="6321544"/>
                </a:cubicBezTo>
                <a:lnTo>
                  <a:pt x="59534" y="6173230"/>
                </a:lnTo>
                <a:lnTo>
                  <a:pt x="58116" y="6119111"/>
                </a:lnTo>
                <a:lnTo>
                  <a:pt x="83035" y="6046531"/>
                </a:lnTo>
                <a:cubicBezTo>
                  <a:pt x="77636" y="6045101"/>
                  <a:pt x="108080" y="5997705"/>
                  <a:pt x="105720" y="5994588"/>
                </a:cubicBezTo>
                <a:lnTo>
                  <a:pt x="94826" y="5939582"/>
                </a:lnTo>
                <a:lnTo>
                  <a:pt x="104200" y="5882479"/>
                </a:lnTo>
                <a:cubicBezTo>
                  <a:pt x="112880" y="5859592"/>
                  <a:pt x="73314" y="5873584"/>
                  <a:pt x="87761" y="5832837"/>
                </a:cubicBezTo>
                <a:cubicBezTo>
                  <a:pt x="105881" y="5767500"/>
                  <a:pt x="84560" y="5713477"/>
                  <a:pt x="99110" y="5680404"/>
                </a:cubicBezTo>
                <a:cubicBezTo>
                  <a:pt x="107833" y="5624754"/>
                  <a:pt x="104141" y="5654308"/>
                  <a:pt x="131086" y="5602902"/>
                </a:cubicBezTo>
                <a:cubicBezTo>
                  <a:pt x="136477" y="5562448"/>
                  <a:pt x="146077" y="5556793"/>
                  <a:pt x="154429" y="5515339"/>
                </a:cubicBezTo>
                <a:cubicBezTo>
                  <a:pt x="153594" y="5489048"/>
                  <a:pt x="150372" y="5473241"/>
                  <a:pt x="165472" y="5469987"/>
                </a:cubicBezTo>
                <a:cubicBezTo>
                  <a:pt x="169051" y="5457556"/>
                  <a:pt x="160698" y="5394423"/>
                  <a:pt x="170135" y="5377607"/>
                </a:cubicBezTo>
                <a:lnTo>
                  <a:pt x="208132" y="5324153"/>
                </a:lnTo>
                <a:lnTo>
                  <a:pt x="224105" y="5214686"/>
                </a:lnTo>
                <a:cubicBezTo>
                  <a:pt x="255243" y="5194467"/>
                  <a:pt x="214833" y="5142529"/>
                  <a:pt x="245848" y="5114050"/>
                </a:cubicBezTo>
                <a:cubicBezTo>
                  <a:pt x="252698" y="5090951"/>
                  <a:pt x="237369" y="5098703"/>
                  <a:pt x="249121" y="5056546"/>
                </a:cubicBezTo>
                <a:cubicBezTo>
                  <a:pt x="265676" y="4994004"/>
                  <a:pt x="257766" y="4990341"/>
                  <a:pt x="274945" y="4931796"/>
                </a:cubicBezTo>
                <a:cubicBezTo>
                  <a:pt x="298706" y="4870955"/>
                  <a:pt x="271345" y="4870244"/>
                  <a:pt x="284851" y="4846391"/>
                </a:cubicBezTo>
                <a:cubicBezTo>
                  <a:pt x="303927" y="4823696"/>
                  <a:pt x="285949" y="4738670"/>
                  <a:pt x="305290" y="4729708"/>
                </a:cubicBezTo>
                <a:cubicBezTo>
                  <a:pt x="329296" y="4703441"/>
                  <a:pt x="333964" y="4685191"/>
                  <a:pt x="354498" y="4675611"/>
                </a:cubicBezTo>
                <a:cubicBezTo>
                  <a:pt x="384484" y="4641207"/>
                  <a:pt x="371563" y="4626895"/>
                  <a:pt x="397164" y="4630471"/>
                </a:cubicBezTo>
                <a:lnTo>
                  <a:pt x="466650" y="4546515"/>
                </a:lnTo>
                <a:cubicBezTo>
                  <a:pt x="462857" y="4515905"/>
                  <a:pt x="477394" y="4471295"/>
                  <a:pt x="495823" y="4474195"/>
                </a:cubicBezTo>
                <a:cubicBezTo>
                  <a:pt x="539055" y="4413202"/>
                  <a:pt x="529132" y="4327946"/>
                  <a:pt x="558479" y="4297282"/>
                </a:cubicBezTo>
                <a:cubicBezTo>
                  <a:pt x="610205" y="4219086"/>
                  <a:pt x="605736" y="4199415"/>
                  <a:pt x="625703" y="4165319"/>
                </a:cubicBezTo>
                <a:cubicBezTo>
                  <a:pt x="645668" y="4131224"/>
                  <a:pt x="644690" y="4125053"/>
                  <a:pt x="678274" y="4092709"/>
                </a:cubicBezTo>
                <a:lnTo>
                  <a:pt x="736308" y="3990039"/>
                </a:lnTo>
                <a:cubicBezTo>
                  <a:pt x="740825" y="3974064"/>
                  <a:pt x="842139" y="3897354"/>
                  <a:pt x="835278" y="3897243"/>
                </a:cubicBezTo>
                <a:lnTo>
                  <a:pt x="880809" y="3845042"/>
                </a:lnTo>
                <a:cubicBezTo>
                  <a:pt x="872731" y="3792204"/>
                  <a:pt x="906785" y="3818473"/>
                  <a:pt x="918515" y="3779285"/>
                </a:cubicBezTo>
                <a:cubicBezTo>
                  <a:pt x="918915" y="3753725"/>
                  <a:pt x="923776" y="3741624"/>
                  <a:pt x="941283" y="3740219"/>
                </a:cubicBezTo>
                <a:cubicBezTo>
                  <a:pt x="940952" y="3619477"/>
                  <a:pt x="963757" y="3698593"/>
                  <a:pt x="985757" y="3616522"/>
                </a:cubicBezTo>
                <a:cubicBezTo>
                  <a:pt x="1001756" y="3541706"/>
                  <a:pt x="1027821" y="3467898"/>
                  <a:pt x="1020050" y="3363325"/>
                </a:cubicBezTo>
                <a:cubicBezTo>
                  <a:pt x="1014723" y="3338724"/>
                  <a:pt x="1024641" y="3310193"/>
                  <a:pt x="1042196" y="3299604"/>
                </a:cubicBezTo>
                <a:cubicBezTo>
                  <a:pt x="1045219" y="3297780"/>
                  <a:pt x="1048358" y="3296570"/>
                  <a:pt x="1051512" y="3296010"/>
                </a:cubicBezTo>
                <a:cubicBezTo>
                  <a:pt x="1063944" y="3257622"/>
                  <a:pt x="1040840" y="3164543"/>
                  <a:pt x="1060369" y="3113268"/>
                </a:cubicBezTo>
                <a:cubicBezTo>
                  <a:pt x="1077277" y="3087626"/>
                  <a:pt x="1102876" y="3027943"/>
                  <a:pt x="1096336" y="2985142"/>
                </a:cubicBezTo>
                <a:cubicBezTo>
                  <a:pt x="1113053" y="3000832"/>
                  <a:pt x="1148636" y="2729614"/>
                  <a:pt x="1167734" y="2726168"/>
                </a:cubicBezTo>
                <a:cubicBezTo>
                  <a:pt x="1190795" y="2667518"/>
                  <a:pt x="1182010" y="2588173"/>
                  <a:pt x="1202970" y="2531784"/>
                </a:cubicBezTo>
                <a:cubicBezTo>
                  <a:pt x="1205818" y="2517669"/>
                  <a:pt x="1207284" y="2306159"/>
                  <a:pt x="1212964" y="2296688"/>
                </a:cubicBezTo>
                <a:lnTo>
                  <a:pt x="1220808" y="1973300"/>
                </a:lnTo>
                <a:cubicBezTo>
                  <a:pt x="1225733" y="1856164"/>
                  <a:pt x="1210793" y="1913211"/>
                  <a:pt x="1215718" y="1796075"/>
                </a:cubicBezTo>
                <a:cubicBezTo>
                  <a:pt x="1224330" y="1608169"/>
                  <a:pt x="1249061" y="1617958"/>
                  <a:pt x="1257417" y="1435754"/>
                </a:cubicBezTo>
                <a:cubicBezTo>
                  <a:pt x="1258804" y="1361199"/>
                  <a:pt x="1313903" y="1320689"/>
                  <a:pt x="1329777" y="1215388"/>
                </a:cubicBezTo>
                <a:cubicBezTo>
                  <a:pt x="1328525" y="1144450"/>
                  <a:pt x="1592827" y="872612"/>
                  <a:pt x="1595941" y="762839"/>
                </a:cubicBezTo>
                <a:cubicBezTo>
                  <a:pt x="1614481" y="685181"/>
                  <a:pt x="1687499" y="675770"/>
                  <a:pt x="1697280" y="601296"/>
                </a:cubicBezTo>
                <a:cubicBezTo>
                  <a:pt x="1696061" y="583389"/>
                  <a:pt x="1718153" y="493595"/>
                  <a:pt x="1747154" y="485563"/>
                </a:cubicBezTo>
                <a:cubicBezTo>
                  <a:pt x="1722594" y="385255"/>
                  <a:pt x="1782944" y="358926"/>
                  <a:pt x="1776962" y="324002"/>
                </a:cubicBezTo>
                <a:cubicBezTo>
                  <a:pt x="1774356" y="241980"/>
                  <a:pt x="1800551" y="259648"/>
                  <a:pt x="1809493" y="163998"/>
                </a:cubicBezTo>
                <a:cubicBezTo>
                  <a:pt x="1806761" y="87555"/>
                  <a:pt x="1923228" y="86891"/>
                  <a:pt x="1892490" y="24283"/>
                </a:cubicBezTo>
                <a:cubicBezTo>
                  <a:pt x="1892973" y="18759"/>
                  <a:pt x="1898739" y="10793"/>
                  <a:pt x="1907147" y="1607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1A5FD61-AF28-4544-AF3E-7193BDDDC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7812" y="948187"/>
            <a:ext cx="3603790" cy="4322505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2A28F9BF-B057-474E-AB83-C75485CA6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77009">
            <a:off x="10382160" y="813415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5306E64-E868-4378-9486-393C92BC8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2770" y="4416926"/>
            <a:ext cx="2517432" cy="177544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图片 10" descr="图形用户界面, 网站&#10;&#10;AI 生成的内容可能不正确。">
            <a:extLst>
              <a:ext uri="{FF2B5EF4-FFF2-40B4-BE49-F238E27FC236}">
                <a16:creationId xmlns:a16="http://schemas.microsoft.com/office/drawing/2014/main" id="{F490C888-CC72-EEEA-E06E-B53B29A55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7391"/>
          <a:stretch/>
        </p:blipFill>
        <p:spPr>
          <a:xfrm>
            <a:off x="7863840" y="1093694"/>
            <a:ext cx="3253619" cy="40173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417B504-2598-1E4D-8D88-FDF0808153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4" t="1826" r="656" b="1"/>
          <a:stretch/>
        </p:blipFill>
        <p:spPr>
          <a:xfrm>
            <a:off x="6656198" y="5216124"/>
            <a:ext cx="4873142" cy="77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4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8BFE736-48EE-8BB6-43E1-A39782BD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733" y="520265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zh-CN" altLang="en-US" dirty="0"/>
              <a:t>机器面试练习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76DE91D-628E-F792-B1A6-28615DEECF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1" r="-3" b="-3"/>
          <a:stretch/>
        </p:blipFill>
        <p:spPr>
          <a:xfrm>
            <a:off x="578849" y="3025613"/>
            <a:ext cx="4621987" cy="2952377"/>
          </a:xfrm>
          <a:prstGeom prst="rect">
            <a:avLst/>
          </a:prstGeom>
        </p:spPr>
      </p:pic>
      <p:sp>
        <p:nvSpPr>
          <p:cNvPr id="24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9" y="5904203"/>
            <a:ext cx="1201506" cy="365125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1E7071-1E60-3E1C-5468-1666F7FC3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1066053"/>
            <a:ext cx="4948360" cy="5392482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镜头演讲艺术：</a:t>
            </a:r>
            <a:endParaRPr lang="en-US" altLang="zh-CN" dirty="0"/>
          </a:p>
          <a:p>
            <a:pPr lvl="1"/>
            <a:r>
              <a:rPr lang="zh-CN" altLang="en-US" sz="2800" dirty="0"/>
              <a:t>直视摄像头</a:t>
            </a:r>
            <a:endParaRPr lang="en-US" altLang="zh-CN" sz="2800" dirty="0"/>
          </a:p>
          <a:p>
            <a:pPr lvl="1"/>
            <a:r>
              <a:rPr lang="zh-CN" altLang="en-US" sz="2800" dirty="0"/>
              <a:t>笑</a:t>
            </a:r>
            <a:endParaRPr lang="en-US" altLang="zh-CN" sz="2800" dirty="0"/>
          </a:p>
          <a:p>
            <a:pPr lvl="1"/>
            <a:r>
              <a:rPr lang="zh-CN" altLang="en-US" sz="2800" dirty="0"/>
              <a:t>恰当肢体动作</a:t>
            </a:r>
            <a:endParaRPr lang="en-US" altLang="zh-CN" sz="2800" dirty="0"/>
          </a:p>
          <a:p>
            <a:pPr marL="457200" lvl="1" indent="0">
              <a:buNone/>
            </a:pPr>
            <a:endParaRPr lang="en-US" altLang="zh-CN" sz="2800" dirty="0"/>
          </a:p>
          <a:p>
            <a:r>
              <a:rPr lang="zh-CN" altLang="en-US" dirty="0"/>
              <a:t>精神面貌：</a:t>
            </a:r>
            <a:endParaRPr lang="en-US" altLang="zh-CN" dirty="0"/>
          </a:p>
          <a:p>
            <a:pPr lvl="1"/>
            <a:r>
              <a:rPr lang="zh-CN" altLang="en-US" sz="2800" dirty="0"/>
              <a:t>正装</a:t>
            </a:r>
            <a:endParaRPr lang="en-US" altLang="zh-CN" sz="2800" dirty="0"/>
          </a:p>
          <a:p>
            <a:pPr lvl="1"/>
            <a:r>
              <a:rPr lang="zh-CN" altLang="en-US" sz="2800" dirty="0"/>
              <a:t>最好不要戴框架眼镜</a:t>
            </a:r>
            <a:endParaRPr lang="en-US" altLang="zh-CN" sz="2800" dirty="0"/>
          </a:p>
          <a:p>
            <a:pPr lvl="1"/>
            <a:r>
              <a:rPr lang="zh-CN" altLang="en-US" sz="2800" dirty="0"/>
              <a:t>淡妆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r>
              <a:rPr lang="zh-CN" altLang="en-US" dirty="0"/>
              <a:t>每次练习建议都录像</a:t>
            </a:r>
            <a:r>
              <a:rPr lang="en-US" altLang="zh-CN" dirty="0"/>
              <a:t>+</a:t>
            </a:r>
            <a:r>
              <a:rPr lang="zh-CN" altLang="en-US" dirty="0"/>
              <a:t>计时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5166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AF4275-974E-C3C6-DBA1-C6C21F4D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真人面准备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711468-9840-D548-0ECE-199E5C568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简历面</a:t>
            </a:r>
            <a:endParaRPr lang="en-US" altLang="zh-CN" dirty="0"/>
          </a:p>
          <a:p>
            <a:pPr lvl="1"/>
            <a:r>
              <a:rPr lang="zh-CN" altLang="en-US" dirty="0"/>
              <a:t>每个字都需要准备到</a:t>
            </a:r>
            <a:endParaRPr lang="en-US" altLang="zh-CN" dirty="0"/>
          </a:p>
          <a:p>
            <a:r>
              <a:rPr lang="zh-CN" altLang="en-US" dirty="0"/>
              <a:t>技术面</a:t>
            </a:r>
            <a:endParaRPr lang="en-US" altLang="zh-CN" dirty="0"/>
          </a:p>
          <a:p>
            <a:pPr lvl="1"/>
            <a:r>
              <a:rPr lang="zh-CN" altLang="en-US" dirty="0"/>
              <a:t>自己项目涉及到的知识</a:t>
            </a:r>
            <a:r>
              <a:rPr lang="en-US" altLang="zh-CN" dirty="0"/>
              <a:t>+</a:t>
            </a:r>
            <a:r>
              <a:rPr lang="zh-CN" altLang="en-US" dirty="0"/>
              <a:t>技术</a:t>
            </a:r>
            <a:endParaRPr lang="en-US" altLang="zh-CN" dirty="0"/>
          </a:p>
          <a:p>
            <a:pPr lvl="1"/>
            <a:r>
              <a:rPr lang="zh-CN" altLang="en-US" dirty="0"/>
              <a:t>行研中的行业</a:t>
            </a:r>
            <a:endParaRPr lang="en-US" altLang="zh-CN" dirty="0"/>
          </a:p>
          <a:p>
            <a:pPr lvl="1"/>
            <a:r>
              <a:rPr lang="zh-CN" altLang="en-US" dirty="0"/>
              <a:t>课程中的名词解释</a:t>
            </a:r>
            <a:endParaRPr lang="en-US" altLang="zh-CN" dirty="0"/>
          </a:p>
          <a:p>
            <a:r>
              <a:rPr lang="zh-CN" altLang="en-US" dirty="0"/>
              <a:t>对学校的了解</a:t>
            </a:r>
            <a:endParaRPr lang="en-US" altLang="zh-CN" dirty="0"/>
          </a:p>
          <a:p>
            <a:pPr lvl="1"/>
            <a:r>
              <a:rPr lang="zh-CN" altLang="en-US" dirty="0"/>
              <a:t>最喜欢哪个课程</a:t>
            </a:r>
            <a:endParaRPr lang="en-US" altLang="zh-CN" dirty="0"/>
          </a:p>
          <a:p>
            <a:r>
              <a:rPr lang="zh-CN" altLang="en-US" dirty="0"/>
              <a:t>反问</a:t>
            </a:r>
            <a:endParaRPr lang="en-US" altLang="zh-CN" dirty="0"/>
          </a:p>
          <a:p>
            <a:pPr lvl="1"/>
            <a:r>
              <a:rPr lang="zh-CN" altLang="en-US" dirty="0"/>
              <a:t>已知面试官：</a:t>
            </a:r>
            <a:r>
              <a:rPr lang="en-US" altLang="zh-CN" dirty="0"/>
              <a:t>LinkedIn</a:t>
            </a:r>
            <a:r>
              <a:rPr lang="zh-CN" altLang="en-US" dirty="0"/>
              <a:t>看兴趣点</a:t>
            </a:r>
            <a:endParaRPr lang="en-US" altLang="zh-CN" dirty="0"/>
          </a:p>
          <a:p>
            <a:pPr lvl="1"/>
            <a:r>
              <a:rPr lang="zh-CN" altLang="en-US" dirty="0"/>
              <a:t>未知面试官：问项目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FE1E80-68DC-A30A-55F6-E6A1D1532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92" y="1603323"/>
            <a:ext cx="3515216" cy="7430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EB0C586-9D43-1638-6D4C-FF1B770441ED}"/>
              </a:ext>
            </a:extLst>
          </p:cNvPr>
          <p:cNvSpPr txBox="1"/>
          <p:nvPr/>
        </p:nvSpPr>
        <p:spPr>
          <a:xfrm>
            <a:off x="6153150" y="2724150"/>
            <a:ext cx="52959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个人应对方案：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找面经</a:t>
            </a:r>
            <a:r>
              <a:rPr lang="en-US" altLang="zh-CN" sz="2400" dirty="0"/>
              <a:t>+Mock</a:t>
            </a:r>
          </a:p>
          <a:p>
            <a:pPr marL="342900" indent="-342900">
              <a:buAutoNum type="arabicPeriod"/>
            </a:pPr>
            <a:r>
              <a:rPr lang="zh-CN" altLang="en-US" sz="2400" dirty="0"/>
              <a:t>投实习，参与实习面试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前一个项目面过的问题加到素材库里为后一个项目准备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平常心全看天意</a:t>
            </a:r>
            <a:endParaRPr lang="en-US" altLang="zh-CN" sz="2400" dirty="0"/>
          </a:p>
          <a:p>
            <a:pPr marL="342900" indent="-342900">
              <a:buAutoNum type="arabicPeriod"/>
            </a:pPr>
            <a:endParaRPr lang="en-US" altLang="zh-CN" sz="2400" dirty="0"/>
          </a:p>
          <a:p>
            <a:pPr marL="342900" indent="-342900">
              <a:buAutoNum type="arabicPeriod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6479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F583248-0010-E8EE-CF9E-95D132B3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zh-CN" altLang="en-US" sz="5200"/>
              <a:t>其他</a:t>
            </a: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7A913248-B69F-7ACA-EF2A-8E4CC6876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7461703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3669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EB215C-7839-4CEA-AA02-B8F7755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1011C6D-05BE-4D99-8C11-A0E478B1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0915134" cy="2251389"/>
          </a:xfrm>
          <a:custGeom>
            <a:avLst/>
            <a:gdLst>
              <a:gd name="connsiteX0" fmla="*/ 0 w 10915134"/>
              <a:gd name="connsiteY0" fmla="*/ 0 h 2251389"/>
              <a:gd name="connsiteX1" fmla="*/ 10915134 w 10915134"/>
              <a:gd name="connsiteY1" fmla="*/ 0 h 2251389"/>
              <a:gd name="connsiteX2" fmla="*/ 10882980 w 10915134"/>
              <a:gd name="connsiteY2" fmla="*/ 49990 h 2251389"/>
              <a:gd name="connsiteX3" fmla="*/ 10834795 w 10915134"/>
              <a:gd name="connsiteY3" fmla="*/ 110024 h 2251389"/>
              <a:gd name="connsiteX4" fmla="*/ 10738392 w 10915134"/>
              <a:gd name="connsiteY4" fmla="*/ 165813 h 2251389"/>
              <a:gd name="connsiteX5" fmla="*/ 10633692 w 10915134"/>
              <a:gd name="connsiteY5" fmla="*/ 209264 h 2251389"/>
              <a:gd name="connsiteX6" fmla="*/ 10586800 w 10915134"/>
              <a:gd name="connsiteY6" fmla="*/ 239716 h 2251389"/>
              <a:gd name="connsiteX7" fmla="*/ 10501658 w 10915134"/>
              <a:gd name="connsiteY7" fmla="*/ 307174 h 2251389"/>
              <a:gd name="connsiteX8" fmla="*/ 10404067 w 10915134"/>
              <a:gd name="connsiteY8" fmla="*/ 412395 h 2251389"/>
              <a:gd name="connsiteX9" fmla="*/ 10380953 w 10915134"/>
              <a:gd name="connsiteY9" fmla="*/ 472334 h 2251389"/>
              <a:gd name="connsiteX10" fmla="*/ 10341416 w 10915134"/>
              <a:gd name="connsiteY10" fmla="*/ 504774 h 2251389"/>
              <a:gd name="connsiteX11" fmla="*/ 10326329 w 10915134"/>
              <a:gd name="connsiteY11" fmla="*/ 523459 h 2251389"/>
              <a:gd name="connsiteX12" fmla="*/ 10298289 w 10915134"/>
              <a:gd name="connsiteY12" fmla="*/ 532173 h 2251389"/>
              <a:gd name="connsiteX13" fmla="*/ 10243127 w 10915134"/>
              <a:gd name="connsiteY13" fmla="*/ 540715 h 2251389"/>
              <a:gd name="connsiteX14" fmla="*/ 10141243 w 10915134"/>
              <a:gd name="connsiteY14" fmla="*/ 592343 h 2251389"/>
              <a:gd name="connsiteX15" fmla="*/ 9940352 w 10915134"/>
              <a:gd name="connsiteY15" fmla="*/ 631518 h 2251389"/>
              <a:gd name="connsiteX16" fmla="*/ 9836226 w 10915134"/>
              <a:gd name="connsiteY16" fmla="*/ 660496 h 2251389"/>
              <a:gd name="connsiteX17" fmla="*/ 9686899 w 10915134"/>
              <a:gd name="connsiteY17" fmla="*/ 683782 h 2251389"/>
              <a:gd name="connsiteX18" fmla="*/ 9578209 w 10915134"/>
              <a:gd name="connsiteY18" fmla="*/ 709781 h 2251389"/>
              <a:gd name="connsiteX19" fmla="*/ 9437298 w 10915134"/>
              <a:gd name="connsiteY19" fmla="*/ 757337 h 2251389"/>
              <a:gd name="connsiteX20" fmla="*/ 9435498 w 10915134"/>
              <a:gd name="connsiteY20" fmla="*/ 759689 h 2251389"/>
              <a:gd name="connsiteX21" fmla="*/ 9413910 w 10915134"/>
              <a:gd name="connsiteY21" fmla="*/ 764531 h 2251389"/>
              <a:gd name="connsiteX22" fmla="*/ 9361370 w 10915134"/>
              <a:gd name="connsiteY22" fmla="*/ 760593 h 2251389"/>
              <a:gd name="connsiteX23" fmla="*/ 9356626 w 10915134"/>
              <a:gd name="connsiteY23" fmla="*/ 764594 h 2251389"/>
              <a:gd name="connsiteX24" fmla="*/ 9311281 w 10915134"/>
              <a:gd name="connsiteY24" fmla="*/ 769260 h 2251389"/>
              <a:gd name="connsiteX25" fmla="*/ 9311173 w 10915134"/>
              <a:gd name="connsiteY25" fmla="*/ 771337 h 2251389"/>
              <a:gd name="connsiteX26" fmla="*/ 9300658 w 10915134"/>
              <a:gd name="connsiteY26" fmla="*/ 781452 h 2251389"/>
              <a:gd name="connsiteX27" fmla="*/ 9279376 w 10915134"/>
              <a:gd name="connsiteY27" fmla="*/ 796188 h 2251389"/>
              <a:gd name="connsiteX28" fmla="*/ 9189502 w 10915134"/>
              <a:gd name="connsiteY28" fmla="*/ 860175 h 2251389"/>
              <a:gd name="connsiteX29" fmla="*/ 9180260 w 10915134"/>
              <a:gd name="connsiteY29" fmla="*/ 862300 h 2251389"/>
              <a:gd name="connsiteX30" fmla="*/ 9180186 w 10915134"/>
              <a:gd name="connsiteY30" fmla="*/ 862799 h 2251389"/>
              <a:gd name="connsiteX31" fmla="*/ 9170652 w 10915134"/>
              <a:gd name="connsiteY31" fmla="*/ 865945 h 2251389"/>
              <a:gd name="connsiteX32" fmla="*/ 9145484 w 10915134"/>
              <a:gd name="connsiteY32" fmla="*/ 870300 h 2251389"/>
              <a:gd name="connsiteX33" fmla="*/ 9140031 w 10915134"/>
              <a:gd name="connsiteY33" fmla="*/ 874741 h 2251389"/>
              <a:gd name="connsiteX34" fmla="*/ 9138892 w 10915134"/>
              <a:gd name="connsiteY34" fmla="*/ 880860 h 2251389"/>
              <a:gd name="connsiteX35" fmla="*/ 9107257 w 10915134"/>
              <a:gd name="connsiteY35" fmla="*/ 903704 h 2251389"/>
              <a:gd name="connsiteX36" fmla="*/ 9034880 w 10915134"/>
              <a:gd name="connsiteY36" fmla="*/ 948837 h 2251389"/>
              <a:gd name="connsiteX37" fmla="*/ 8950600 w 10915134"/>
              <a:gd name="connsiteY37" fmla="*/ 994853 h 2251389"/>
              <a:gd name="connsiteX38" fmla="*/ 8753014 w 10915134"/>
              <a:gd name="connsiteY38" fmla="*/ 1118658 h 2251389"/>
              <a:gd name="connsiteX39" fmla="*/ 8581094 w 10915134"/>
              <a:gd name="connsiteY39" fmla="*/ 1153261 h 2251389"/>
              <a:gd name="connsiteX40" fmla="*/ 8498175 w 10915134"/>
              <a:gd name="connsiteY40" fmla="*/ 1187969 h 2251389"/>
              <a:gd name="connsiteX41" fmla="*/ 8448788 w 10915134"/>
              <a:gd name="connsiteY41" fmla="*/ 1206463 h 2251389"/>
              <a:gd name="connsiteX42" fmla="*/ 8367996 w 10915134"/>
              <a:gd name="connsiteY42" fmla="*/ 1232783 h 2251389"/>
              <a:gd name="connsiteX43" fmla="*/ 8367423 w 10915134"/>
              <a:gd name="connsiteY43" fmla="*/ 1238278 h 2251389"/>
              <a:gd name="connsiteX44" fmla="*/ 8359640 w 10915134"/>
              <a:gd name="connsiteY44" fmla="*/ 1246782 h 2251389"/>
              <a:gd name="connsiteX45" fmla="*/ 8346100 w 10915134"/>
              <a:gd name="connsiteY45" fmla="*/ 1266142 h 2251389"/>
              <a:gd name="connsiteX46" fmla="*/ 8318833 w 10915134"/>
              <a:gd name="connsiteY46" fmla="*/ 1292714 h 2251389"/>
              <a:gd name="connsiteX47" fmla="*/ 8317719 w 10915134"/>
              <a:gd name="connsiteY47" fmla="*/ 1291904 h 2251389"/>
              <a:gd name="connsiteX48" fmla="*/ 8307730 w 10915134"/>
              <a:gd name="connsiteY48" fmla="*/ 1293984 h 2251389"/>
              <a:gd name="connsiteX49" fmla="*/ 8240756 w 10915134"/>
              <a:gd name="connsiteY49" fmla="*/ 1301537 h 2251389"/>
              <a:gd name="connsiteX50" fmla="*/ 8216639 w 10915134"/>
              <a:gd name="connsiteY50" fmla="*/ 1327887 h 2251389"/>
              <a:gd name="connsiteX51" fmla="*/ 8211337 w 10915134"/>
              <a:gd name="connsiteY51" fmla="*/ 1332570 h 2251389"/>
              <a:gd name="connsiteX52" fmla="*/ 8211048 w 10915134"/>
              <a:gd name="connsiteY52" fmla="*/ 1332403 h 2251389"/>
              <a:gd name="connsiteX53" fmla="*/ 8205085 w 10915134"/>
              <a:gd name="connsiteY53" fmla="*/ 1336831 h 2251389"/>
              <a:gd name="connsiteX54" fmla="*/ 8137554 w 10915134"/>
              <a:gd name="connsiteY54" fmla="*/ 1342145 h 2251389"/>
              <a:gd name="connsiteX55" fmla="*/ 8054564 w 10915134"/>
              <a:gd name="connsiteY55" fmla="*/ 1367911 h 2251389"/>
              <a:gd name="connsiteX56" fmla="*/ 7973237 w 10915134"/>
              <a:gd name="connsiteY56" fmla="*/ 1397544 h 2251389"/>
              <a:gd name="connsiteX57" fmla="*/ 7944198 w 10915134"/>
              <a:gd name="connsiteY57" fmla="*/ 1410276 h 2251389"/>
              <a:gd name="connsiteX58" fmla="*/ 7890643 w 10915134"/>
              <a:gd name="connsiteY58" fmla="*/ 1424144 h 2251389"/>
              <a:gd name="connsiteX59" fmla="*/ 7864997 w 10915134"/>
              <a:gd name="connsiteY59" fmla="*/ 1425023 h 2251389"/>
              <a:gd name="connsiteX60" fmla="*/ 7864067 w 10915134"/>
              <a:gd name="connsiteY60" fmla="*/ 1426002 h 2251389"/>
              <a:gd name="connsiteX61" fmla="*/ 7861153 w 10915134"/>
              <a:gd name="connsiteY61" fmla="*/ 1423038 h 2251389"/>
              <a:gd name="connsiteX62" fmla="*/ 7844586 w 10915134"/>
              <a:gd name="connsiteY62" fmla="*/ 1429169 h 2251389"/>
              <a:gd name="connsiteX63" fmla="*/ 7840350 w 10915134"/>
              <a:gd name="connsiteY63" fmla="*/ 1432451 h 2251389"/>
              <a:gd name="connsiteX64" fmla="*/ 7833722 w 10915134"/>
              <a:gd name="connsiteY64" fmla="*/ 1435148 h 2251389"/>
              <a:gd name="connsiteX65" fmla="*/ 7833492 w 10915134"/>
              <a:gd name="connsiteY65" fmla="*/ 1434901 h 2251389"/>
              <a:gd name="connsiteX66" fmla="*/ 7827413 w 10915134"/>
              <a:gd name="connsiteY66" fmla="*/ 1438043 h 2251389"/>
              <a:gd name="connsiteX67" fmla="*/ 7798463 w 10915134"/>
              <a:gd name="connsiteY67" fmla="*/ 1457407 h 2251389"/>
              <a:gd name="connsiteX68" fmla="*/ 7759015 w 10915134"/>
              <a:gd name="connsiteY68" fmla="*/ 1458666 h 2251389"/>
              <a:gd name="connsiteX69" fmla="*/ 7752684 w 10915134"/>
              <a:gd name="connsiteY69" fmla="*/ 1444792 h 2251389"/>
              <a:gd name="connsiteX70" fmla="*/ 7747867 w 10915134"/>
              <a:gd name="connsiteY70" fmla="*/ 1447976 h 2251389"/>
              <a:gd name="connsiteX71" fmla="*/ 7738750 w 10915134"/>
              <a:gd name="connsiteY71" fmla="*/ 1456574 h 2251389"/>
              <a:gd name="connsiteX72" fmla="*/ 7735619 w 10915134"/>
              <a:gd name="connsiteY72" fmla="*/ 1456320 h 2251389"/>
              <a:gd name="connsiteX73" fmla="*/ 7705072 w 10915134"/>
              <a:gd name="connsiteY73" fmla="*/ 1465768 h 2251389"/>
              <a:gd name="connsiteX74" fmla="*/ 7696073 w 10915134"/>
              <a:gd name="connsiteY74" fmla="*/ 1462212 h 2251389"/>
              <a:gd name="connsiteX75" fmla="*/ 7692096 w 10915134"/>
              <a:gd name="connsiteY75" fmla="*/ 1462163 h 2251389"/>
              <a:gd name="connsiteX76" fmla="*/ 7674689 w 10915134"/>
              <a:gd name="connsiteY76" fmla="*/ 1477613 h 2251389"/>
              <a:gd name="connsiteX77" fmla="*/ 7665348 w 10915134"/>
              <a:gd name="connsiteY77" fmla="*/ 1483862 h 2251389"/>
              <a:gd name="connsiteX78" fmla="*/ 7606276 w 10915134"/>
              <a:gd name="connsiteY78" fmla="*/ 1538521 h 2251389"/>
              <a:gd name="connsiteX79" fmla="*/ 7504695 w 10915134"/>
              <a:gd name="connsiteY79" fmla="*/ 1566686 h 2251389"/>
              <a:gd name="connsiteX80" fmla="*/ 7401270 w 10915134"/>
              <a:gd name="connsiteY80" fmla="*/ 1597361 h 2251389"/>
              <a:gd name="connsiteX81" fmla="*/ 7320321 w 10915134"/>
              <a:gd name="connsiteY81" fmla="*/ 1619535 h 2251389"/>
              <a:gd name="connsiteX82" fmla="*/ 7149526 w 10915134"/>
              <a:gd name="connsiteY82" fmla="*/ 1743630 h 2251389"/>
              <a:gd name="connsiteX83" fmla="*/ 7105391 w 10915134"/>
              <a:gd name="connsiteY83" fmla="*/ 1752328 h 2251389"/>
              <a:gd name="connsiteX84" fmla="*/ 7071654 w 10915134"/>
              <a:gd name="connsiteY84" fmla="*/ 1785091 h 2251389"/>
              <a:gd name="connsiteX85" fmla="*/ 7054359 w 10915134"/>
              <a:gd name="connsiteY85" fmla="*/ 1782439 h 2251389"/>
              <a:gd name="connsiteX86" fmla="*/ 7051319 w 10915134"/>
              <a:gd name="connsiteY86" fmla="*/ 1781706 h 2251389"/>
              <a:gd name="connsiteX87" fmla="*/ 7040377 w 10915134"/>
              <a:gd name="connsiteY87" fmla="*/ 1784767 h 2251389"/>
              <a:gd name="connsiteX88" fmla="*/ 7035771 w 10915134"/>
              <a:gd name="connsiteY88" fmla="*/ 1778137 h 2251389"/>
              <a:gd name="connsiteX89" fmla="*/ 7018208 w 10915134"/>
              <a:gd name="connsiteY89" fmla="*/ 1777373 h 2251389"/>
              <a:gd name="connsiteX90" fmla="*/ 6998493 w 10915134"/>
              <a:gd name="connsiteY90" fmla="*/ 1785098 h 2251389"/>
              <a:gd name="connsiteX91" fmla="*/ 6928288 w 10915134"/>
              <a:gd name="connsiteY91" fmla="*/ 1811732 h 2251389"/>
              <a:gd name="connsiteX92" fmla="*/ 6917773 w 10915134"/>
              <a:gd name="connsiteY92" fmla="*/ 1820666 h 2251389"/>
              <a:gd name="connsiteX93" fmla="*/ 6881789 w 10915134"/>
              <a:gd name="connsiteY93" fmla="*/ 1828309 h 2251389"/>
              <a:gd name="connsiteX94" fmla="*/ 6879926 w 10915134"/>
              <a:gd name="connsiteY94" fmla="*/ 1830591 h 2251389"/>
              <a:gd name="connsiteX95" fmla="*/ 6845508 w 10915134"/>
              <a:gd name="connsiteY95" fmla="*/ 1841035 h 2251389"/>
              <a:gd name="connsiteX96" fmla="*/ 6786683 w 10915134"/>
              <a:gd name="connsiteY96" fmla="*/ 1868367 h 2251389"/>
              <a:gd name="connsiteX97" fmla="*/ 6773874 w 10915134"/>
              <a:gd name="connsiteY97" fmla="*/ 1863267 h 2251389"/>
              <a:gd name="connsiteX98" fmla="*/ 6771241 w 10915134"/>
              <a:gd name="connsiteY98" fmla="*/ 1859449 h 2251389"/>
              <a:gd name="connsiteX99" fmla="*/ 6755065 w 10915134"/>
              <a:gd name="connsiteY99" fmla="*/ 1866822 h 2251389"/>
              <a:gd name="connsiteX100" fmla="*/ 6740854 w 10915134"/>
              <a:gd name="connsiteY100" fmla="*/ 1865352 h 2251389"/>
              <a:gd name="connsiteX101" fmla="*/ 6730997 w 10915134"/>
              <a:gd name="connsiteY101" fmla="*/ 1874155 h 2251389"/>
              <a:gd name="connsiteX102" fmla="*/ 6714212 w 10915134"/>
              <a:gd name="connsiteY102" fmla="*/ 1876293 h 2251389"/>
              <a:gd name="connsiteX103" fmla="*/ 6693130 w 10915134"/>
              <a:gd name="connsiteY103" fmla="*/ 1876808 h 2251389"/>
              <a:gd name="connsiteX104" fmla="*/ 6674405 w 10915134"/>
              <a:gd name="connsiteY104" fmla="*/ 1873459 h 2251389"/>
              <a:gd name="connsiteX105" fmla="*/ 6647714 w 10915134"/>
              <a:gd name="connsiteY105" fmla="*/ 1878941 h 2251389"/>
              <a:gd name="connsiteX106" fmla="*/ 6586613 w 10915134"/>
              <a:gd name="connsiteY106" fmla="*/ 1887053 h 2251389"/>
              <a:gd name="connsiteX107" fmla="*/ 6540424 w 10915134"/>
              <a:gd name="connsiteY107" fmla="*/ 1893269 h 2251389"/>
              <a:gd name="connsiteX108" fmla="*/ 6460034 w 10915134"/>
              <a:gd name="connsiteY108" fmla="*/ 1911286 h 2251389"/>
              <a:gd name="connsiteX109" fmla="*/ 6445449 w 10915134"/>
              <a:gd name="connsiteY109" fmla="*/ 1926499 h 2251389"/>
              <a:gd name="connsiteX110" fmla="*/ 6407092 w 10915134"/>
              <a:gd name="connsiteY110" fmla="*/ 1921993 h 2251389"/>
              <a:gd name="connsiteX111" fmla="*/ 6396332 w 10915134"/>
              <a:gd name="connsiteY111" fmla="*/ 1907025 h 2251389"/>
              <a:gd name="connsiteX112" fmla="*/ 6347048 w 10915134"/>
              <a:gd name="connsiteY112" fmla="*/ 1912130 h 2251389"/>
              <a:gd name="connsiteX113" fmla="*/ 6302270 w 10915134"/>
              <a:gd name="connsiteY113" fmla="*/ 1933613 h 2251389"/>
              <a:gd name="connsiteX114" fmla="*/ 6243078 w 10915134"/>
              <a:gd name="connsiteY114" fmla="*/ 1945644 h 2251389"/>
              <a:gd name="connsiteX115" fmla="*/ 6207738 w 10915134"/>
              <a:gd name="connsiteY115" fmla="*/ 1953011 h 2251389"/>
              <a:gd name="connsiteX116" fmla="*/ 6108781 w 10915134"/>
              <a:gd name="connsiteY116" fmla="*/ 1959474 h 2251389"/>
              <a:gd name="connsiteX117" fmla="*/ 6103698 w 10915134"/>
              <a:gd name="connsiteY117" fmla="*/ 1959304 h 2251389"/>
              <a:gd name="connsiteX118" fmla="*/ 6087017 w 10915134"/>
              <a:gd name="connsiteY118" fmla="*/ 1969078 h 2251389"/>
              <a:gd name="connsiteX119" fmla="*/ 6086313 w 10915134"/>
              <a:gd name="connsiteY119" fmla="*/ 1971580 h 2251389"/>
              <a:gd name="connsiteX120" fmla="*/ 6024291 w 10915134"/>
              <a:gd name="connsiteY120" fmla="*/ 1966761 h 2251389"/>
              <a:gd name="connsiteX121" fmla="*/ 6016853 w 10915134"/>
              <a:gd name="connsiteY121" fmla="*/ 1970526 h 2251389"/>
              <a:gd name="connsiteX122" fmla="*/ 5975404 w 10915134"/>
              <a:gd name="connsiteY122" fmla="*/ 1961749 h 2251389"/>
              <a:gd name="connsiteX123" fmla="*/ 5954536 w 10915134"/>
              <a:gd name="connsiteY123" fmla="*/ 1960220 h 2251389"/>
              <a:gd name="connsiteX124" fmla="*/ 5917280 w 10915134"/>
              <a:gd name="connsiteY124" fmla="*/ 1954478 h 2251389"/>
              <a:gd name="connsiteX125" fmla="*/ 5914232 w 10915134"/>
              <a:gd name="connsiteY125" fmla="*/ 1956919 h 2251389"/>
              <a:gd name="connsiteX126" fmla="*/ 5906850 w 10915134"/>
              <a:gd name="connsiteY126" fmla="*/ 1954702 h 2251389"/>
              <a:gd name="connsiteX127" fmla="*/ 5901461 w 10915134"/>
              <a:gd name="connsiteY127" fmla="*/ 1957577 h 2251389"/>
              <a:gd name="connsiteX128" fmla="*/ 5895317 w 10915134"/>
              <a:gd name="connsiteY128" fmla="*/ 1956828 h 2251389"/>
              <a:gd name="connsiteX129" fmla="*/ 5831128 w 10915134"/>
              <a:gd name="connsiteY129" fmla="*/ 1968382 h 2251389"/>
              <a:gd name="connsiteX130" fmla="*/ 5817261 w 10915134"/>
              <a:gd name="connsiteY130" fmla="*/ 1966124 h 2251389"/>
              <a:gd name="connsiteX131" fmla="*/ 5806791 w 10915134"/>
              <a:gd name="connsiteY131" fmla="*/ 1974713 h 2251389"/>
              <a:gd name="connsiteX132" fmla="*/ 5762574 w 10915134"/>
              <a:gd name="connsiteY132" fmla="*/ 1976973 h 2251389"/>
              <a:gd name="connsiteX133" fmla="*/ 5747297 w 10915134"/>
              <a:gd name="connsiteY133" fmla="*/ 1970252 h 2251389"/>
              <a:gd name="connsiteX134" fmla="*/ 5733169 w 10915134"/>
              <a:gd name="connsiteY134" fmla="*/ 1965433 h 2251389"/>
              <a:gd name="connsiteX135" fmla="*/ 5731338 w 10915134"/>
              <a:gd name="connsiteY135" fmla="*/ 1965447 h 2251389"/>
              <a:gd name="connsiteX136" fmla="*/ 5712957 w 10915134"/>
              <a:gd name="connsiteY136" fmla="*/ 1965596 h 2251389"/>
              <a:gd name="connsiteX137" fmla="*/ 5678760 w 10915134"/>
              <a:gd name="connsiteY137" fmla="*/ 1965873 h 2251389"/>
              <a:gd name="connsiteX138" fmla="*/ 5612457 w 10915134"/>
              <a:gd name="connsiteY138" fmla="*/ 1972287 h 2251389"/>
              <a:gd name="connsiteX139" fmla="*/ 5462439 w 10915134"/>
              <a:gd name="connsiteY139" fmla="*/ 1941766 h 2251389"/>
              <a:gd name="connsiteX140" fmla="*/ 5249426 w 10915134"/>
              <a:gd name="connsiteY140" fmla="*/ 1957993 h 2251389"/>
              <a:gd name="connsiteX141" fmla="*/ 4795460 w 10915134"/>
              <a:gd name="connsiteY141" fmla="*/ 2018541 h 2251389"/>
              <a:gd name="connsiteX142" fmla="*/ 4698875 w 10915134"/>
              <a:gd name="connsiteY142" fmla="*/ 2031693 h 2251389"/>
              <a:gd name="connsiteX143" fmla="*/ 4635334 w 10915134"/>
              <a:gd name="connsiteY143" fmla="*/ 2035504 h 2251389"/>
              <a:gd name="connsiteX144" fmla="*/ 4529228 w 10915134"/>
              <a:gd name="connsiteY144" fmla="*/ 2076609 h 2251389"/>
              <a:gd name="connsiteX145" fmla="*/ 4408461 w 10915134"/>
              <a:gd name="connsiteY145" fmla="*/ 2090939 h 2251389"/>
              <a:gd name="connsiteX146" fmla="*/ 4254651 w 10915134"/>
              <a:gd name="connsiteY146" fmla="*/ 2101730 h 2251389"/>
              <a:gd name="connsiteX147" fmla="*/ 4213233 w 10915134"/>
              <a:gd name="connsiteY147" fmla="*/ 2120326 h 2251389"/>
              <a:gd name="connsiteX148" fmla="*/ 4153938 w 10915134"/>
              <a:gd name="connsiteY148" fmla="*/ 2137520 h 2251389"/>
              <a:gd name="connsiteX149" fmla="*/ 4050969 w 10915134"/>
              <a:gd name="connsiteY149" fmla="*/ 2177971 h 2251389"/>
              <a:gd name="connsiteX150" fmla="*/ 3933162 w 10915134"/>
              <a:gd name="connsiteY150" fmla="*/ 2199509 h 2251389"/>
              <a:gd name="connsiteX151" fmla="*/ 3797609 w 10915134"/>
              <a:gd name="connsiteY151" fmla="*/ 2185813 h 2251389"/>
              <a:gd name="connsiteX152" fmla="*/ 3723511 w 10915134"/>
              <a:gd name="connsiteY152" fmla="*/ 2185401 h 2251389"/>
              <a:gd name="connsiteX153" fmla="*/ 3478465 w 10915134"/>
              <a:gd name="connsiteY153" fmla="*/ 2181087 h 2251389"/>
              <a:gd name="connsiteX154" fmla="*/ 3308996 w 10915134"/>
              <a:gd name="connsiteY154" fmla="*/ 2177978 h 2251389"/>
              <a:gd name="connsiteX155" fmla="*/ 3260282 w 10915134"/>
              <a:gd name="connsiteY155" fmla="*/ 2194479 h 2251389"/>
              <a:gd name="connsiteX156" fmla="*/ 3178557 w 10915134"/>
              <a:gd name="connsiteY156" fmla="*/ 2221451 h 2251389"/>
              <a:gd name="connsiteX157" fmla="*/ 3097074 w 10915134"/>
              <a:gd name="connsiteY157" fmla="*/ 2229837 h 2251389"/>
              <a:gd name="connsiteX158" fmla="*/ 3029944 w 10915134"/>
              <a:gd name="connsiteY158" fmla="*/ 2248531 h 2251389"/>
              <a:gd name="connsiteX159" fmla="*/ 2964870 w 10915134"/>
              <a:gd name="connsiteY159" fmla="*/ 2251389 h 2251389"/>
              <a:gd name="connsiteX160" fmla="*/ 2931496 w 10915134"/>
              <a:gd name="connsiteY160" fmla="*/ 2243024 h 2251389"/>
              <a:gd name="connsiteX161" fmla="*/ 2892959 w 10915134"/>
              <a:gd name="connsiteY161" fmla="*/ 2233969 h 2251389"/>
              <a:gd name="connsiteX162" fmla="*/ 2839074 w 10915134"/>
              <a:gd name="connsiteY162" fmla="*/ 2225008 h 2251389"/>
              <a:gd name="connsiteX163" fmla="*/ 2693779 w 10915134"/>
              <a:gd name="connsiteY163" fmla="*/ 2231570 h 2251389"/>
              <a:gd name="connsiteX164" fmla="*/ 2523799 w 10915134"/>
              <a:gd name="connsiteY164" fmla="*/ 2236547 h 2251389"/>
              <a:gd name="connsiteX165" fmla="*/ 2340069 w 10915134"/>
              <a:gd name="connsiteY165" fmla="*/ 2220699 h 2251389"/>
              <a:gd name="connsiteX166" fmla="*/ 2076408 w 10915134"/>
              <a:gd name="connsiteY166" fmla="*/ 2194398 h 2251389"/>
              <a:gd name="connsiteX167" fmla="*/ 1983593 w 10915134"/>
              <a:gd name="connsiteY167" fmla="*/ 2219360 h 2251389"/>
              <a:gd name="connsiteX168" fmla="*/ 1853105 w 10915134"/>
              <a:gd name="connsiteY168" fmla="*/ 2214141 h 2251389"/>
              <a:gd name="connsiteX169" fmla="*/ 1748511 w 10915134"/>
              <a:gd name="connsiteY169" fmla="*/ 2178472 h 2251389"/>
              <a:gd name="connsiteX170" fmla="*/ 1633422 w 10915134"/>
              <a:gd name="connsiteY170" fmla="*/ 2143415 h 2251389"/>
              <a:gd name="connsiteX171" fmla="*/ 1558946 w 10915134"/>
              <a:gd name="connsiteY171" fmla="*/ 2128843 h 2251389"/>
              <a:gd name="connsiteX172" fmla="*/ 1385344 w 10915134"/>
              <a:gd name="connsiteY172" fmla="*/ 2124817 h 2251389"/>
              <a:gd name="connsiteX173" fmla="*/ 1227473 w 10915134"/>
              <a:gd name="connsiteY173" fmla="*/ 2113291 h 2251389"/>
              <a:gd name="connsiteX174" fmla="*/ 1088711 w 10915134"/>
              <a:gd name="connsiteY174" fmla="*/ 2097947 h 2251389"/>
              <a:gd name="connsiteX175" fmla="*/ 939259 w 10915134"/>
              <a:gd name="connsiteY175" fmla="*/ 2073411 h 2251389"/>
              <a:gd name="connsiteX176" fmla="*/ 914345 w 10915134"/>
              <a:gd name="connsiteY176" fmla="*/ 2063135 h 2251389"/>
              <a:gd name="connsiteX177" fmla="*/ 879393 w 10915134"/>
              <a:gd name="connsiteY177" fmla="*/ 2068419 h 2251389"/>
              <a:gd name="connsiteX178" fmla="*/ 739242 w 10915134"/>
              <a:gd name="connsiteY178" fmla="*/ 2091539 h 2251389"/>
              <a:gd name="connsiteX179" fmla="*/ 628509 w 10915134"/>
              <a:gd name="connsiteY179" fmla="*/ 2108134 h 2251389"/>
              <a:gd name="connsiteX180" fmla="*/ 508046 w 10915134"/>
              <a:gd name="connsiteY180" fmla="*/ 2109851 h 2251389"/>
              <a:gd name="connsiteX181" fmla="*/ 408793 w 10915134"/>
              <a:gd name="connsiteY181" fmla="*/ 2105335 h 2251389"/>
              <a:gd name="connsiteX182" fmla="*/ 259142 w 10915134"/>
              <a:gd name="connsiteY182" fmla="*/ 2115883 h 2251389"/>
              <a:gd name="connsiteX183" fmla="*/ 91266 w 10915134"/>
              <a:gd name="connsiteY183" fmla="*/ 2135533 h 2251389"/>
              <a:gd name="connsiteX184" fmla="*/ 12251 w 10915134"/>
              <a:gd name="connsiteY184" fmla="*/ 2121489 h 2251389"/>
              <a:gd name="connsiteX185" fmla="*/ 0 w 10915134"/>
              <a:gd name="connsiteY185" fmla="*/ 2122164 h 2251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0915134" h="2251389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FE00E2-F648-CCCB-3F03-92BEE80D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609600"/>
            <a:ext cx="5915197" cy="1330519"/>
          </a:xfrm>
        </p:spPr>
        <p:txBody>
          <a:bodyPr>
            <a:normAutofit/>
          </a:bodyPr>
          <a:lstStyle/>
          <a:p>
            <a:r>
              <a:rPr lang="zh-CN" altLang="en-US" dirty="0"/>
              <a:t>可用资源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B9FD11D-7561-43C8-BE54-00D7DCF0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5390" y="5800298"/>
            <a:ext cx="5736610" cy="1057702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4114838 w 5741575"/>
              <a:gd name="connsiteY74" fmla="*/ 238165 h 955271"/>
              <a:gd name="connsiteX75" fmla="*/ 4271023 w 5741575"/>
              <a:gd name="connsiteY75" fmla="*/ 241959 h 955271"/>
              <a:gd name="connsiteX76" fmla="*/ 4367397 w 5741575"/>
              <a:gd name="connsiteY76" fmla="*/ 271442 h 955271"/>
              <a:gd name="connsiteX77" fmla="*/ 4495366 w 5741575"/>
              <a:gd name="connsiteY77" fmla="*/ 271618 h 955271"/>
              <a:gd name="connsiteX78" fmla="*/ 4517347 w 5741575"/>
              <a:gd name="connsiteY78" fmla="*/ 275639 h 955271"/>
              <a:gd name="connsiteX79" fmla="*/ 4546116 w 5741575"/>
              <a:gd name="connsiteY79" fmla="*/ 268568 h 955271"/>
              <a:gd name="connsiteX80" fmla="*/ 4661259 w 5741575"/>
              <a:gd name="connsiteY80" fmla="*/ 238966 h 955271"/>
              <a:gd name="connsiteX81" fmla="*/ 4750403 w 5741575"/>
              <a:gd name="connsiteY81" fmla="*/ 204364 h 955271"/>
              <a:gd name="connsiteX82" fmla="*/ 4867614 w 5741575"/>
              <a:gd name="connsiteY82" fmla="*/ 208668 h 955271"/>
              <a:gd name="connsiteX83" fmla="*/ 4937036 w 5741575"/>
              <a:gd name="connsiteY83" fmla="*/ 195446 h 955271"/>
              <a:gd name="connsiteX84" fmla="*/ 5047626 w 5741575"/>
              <a:gd name="connsiteY84" fmla="*/ 149604 h 955271"/>
              <a:gd name="connsiteX85" fmla="*/ 5200247 w 5741575"/>
              <a:gd name="connsiteY85" fmla="*/ 142695 h 955271"/>
              <a:gd name="connsiteX86" fmla="*/ 5235691 w 5741575"/>
              <a:gd name="connsiteY86" fmla="*/ 173330 h 955271"/>
              <a:gd name="connsiteX87" fmla="*/ 5280133 w 5741575"/>
              <a:gd name="connsiteY87" fmla="*/ 189342 h 955271"/>
              <a:gd name="connsiteX88" fmla="*/ 5291963 w 5741575"/>
              <a:gd name="connsiteY88" fmla="*/ 139446 h 955271"/>
              <a:gd name="connsiteX89" fmla="*/ 5418472 w 5741575"/>
              <a:gd name="connsiteY89" fmla="*/ 89163 h 955271"/>
              <a:gd name="connsiteX90" fmla="*/ 5482354 w 5741575"/>
              <a:gd name="connsiteY90" fmla="*/ 69470 h 955271"/>
              <a:gd name="connsiteX91" fmla="*/ 5583280 w 5741575"/>
              <a:gd name="connsiteY91" fmla="*/ 49787 h 955271"/>
              <a:gd name="connsiteX92" fmla="*/ 5613766 w 5741575"/>
              <a:gd name="connsiteY92" fmla="*/ 41855 h 955271"/>
              <a:gd name="connsiteX93" fmla="*/ 5684952 w 5741575"/>
              <a:gd name="connsiteY93" fmla="*/ 26088 h 955271"/>
              <a:gd name="connsiteX94" fmla="*/ 5741575 w 5741575"/>
              <a:gd name="connsiteY9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873778 w 5741575"/>
              <a:gd name="connsiteY38" fmla="*/ 530130 h 955271"/>
              <a:gd name="connsiteX39" fmla="*/ 1988411 w 5741575"/>
              <a:gd name="connsiteY39" fmla="*/ 491599 h 955271"/>
              <a:gd name="connsiteX40" fmla="*/ 2085507 w 5741575"/>
              <a:gd name="connsiteY40" fmla="*/ 498527 h 955271"/>
              <a:gd name="connsiteX41" fmla="*/ 2090767 w 5741575"/>
              <a:gd name="connsiteY41" fmla="*/ 490616 h 955271"/>
              <a:gd name="connsiteX42" fmla="*/ 2151143 w 5741575"/>
              <a:gd name="connsiteY42" fmla="*/ 478332 h 955271"/>
              <a:gd name="connsiteX43" fmla="*/ 2378710 w 5741575"/>
              <a:gd name="connsiteY43" fmla="*/ 477570 h 955271"/>
              <a:gd name="connsiteX44" fmla="*/ 2496256 w 5741575"/>
              <a:gd name="connsiteY44" fmla="*/ 452396 h 955271"/>
              <a:gd name="connsiteX45" fmla="*/ 2535387 w 5741575"/>
              <a:gd name="connsiteY45" fmla="*/ 436645 h 955271"/>
              <a:gd name="connsiteX46" fmla="*/ 2601109 w 5741575"/>
              <a:gd name="connsiteY46" fmla="*/ 410678 h 955271"/>
              <a:gd name="connsiteX47" fmla="*/ 2643855 w 5741575"/>
              <a:gd name="connsiteY47" fmla="*/ 374482 h 955271"/>
              <a:gd name="connsiteX48" fmla="*/ 2657726 w 5741575"/>
              <a:gd name="connsiteY48" fmla="*/ 365841 h 955271"/>
              <a:gd name="connsiteX49" fmla="*/ 2687125 w 5741575"/>
              <a:gd name="connsiteY49" fmla="*/ 366820 h 955271"/>
              <a:gd name="connsiteX50" fmla="*/ 2697479 w 5741575"/>
              <a:gd name="connsiteY50" fmla="*/ 361430 h 955271"/>
              <a:gd name="connsiteX51" fmla="*/ 2701547 w 5741575"/>
              <a:gd name="connsiteY51" fmla="*/ 361545 h 955271"/>
              <a:gd name="connsiteX52" fmla="*/ 2711054 w 5741575"/>
              <a:gd name="connsiteY52" fmla="*/ 360597 h 955271"/>
              <a:gd name="connsiteX53" fmla="*/ 2710438 w 5741575"/>
              <a:gd name="connsiteY53" fmla="*/ 366958 h 955271"/>
              <a:gd name="connsiteX54" fmla="*/ 2722936 w 5741575"/>
              <a:gd name="connsiteY54" fmla="*/ 377633 h 955271"/>
              <a:gd name="connsiteX55" fmla="*/ 2777227 w 5741575"/>
              <a:gd name="connsiteY55" fmla="*/ 368972 h 955271"/>
              <a:gd name="connsiteX56" fmla="*/ 2779510 w 5741575"/>
              <a:gd name="connsiteY56" fmla="*/ 361652 h 955271"/>
              <a:gd name="connsiteX57" fmla="*/ 2786278 w 5741575"/>
              <a:gd name="connsiteY57" fmla="*/ 359869 h 955271"/>
              <a:gd name="connsiteX58" fmla="*/ 2792101 w 5741575"/>
              <a:gd name="connsiteY58" fmla="*/ 365927 h 955271"/>
              <a:gd name="connsiteX59" fmla="*/ 2885545 w 5741575"/>
              <a:gd name="connsiteY59" fmla="*/ 372818 h 955271"/>
              <a:gd name="connsiteX60" fmla="*/ 3009558 w 5741575"/>
              <a:gd name="connsiteY60" fmla="*/ 370573 h 955271"/>
              <a:gd name="connsiteX61" fmla="*/ 3095010 w 5741575"/>
              <a:gd name="connsiteY61" fmla="*/ 332454 h 955271"/>
              <a:gd name="connsiteX62" fmla="*/ 3103742 w 5741575"/>
              <a:gd name="connsiteY62" fmla="*/ 337974 h 955271"/>
              <a:gd name="connsiteX63" fmla="*/ 3165093 w 5741575"/>
              <a:gd name="connsiteY63" fmla="*/ 329459 h 955271"/>
              <a:gd name="connsiteX64" fmla="*/ 3373785 w 5741575"/>
              <a:gd name="connsiteY64" fmla="*/ 255680 h 955271"/>
              <a:gd name="connsiteX65" fmla="*/ 3493851 w 5741575"/>
              <a:gd name="connsiteY65" fmla="*/ 240255 h 955271"/>
              <a:gd name="connsiteX66" fmla="*/ 3537470 w 5741575"/>
              <a:gd name="connsiteY66" fmla="*/ 241867 h 955271"/>
              <a:gd name="connsiteX67" fmla="*/ 3610489 w 5741575"/>
              <a:gd name="connsiteY67" fmla="*/ 244128 h 955271"/>
              <a:gd name="connsiteX68" fmla="*/ 3667539 w 5741575"/>
              <a:gd name="connsiteY68" fmla="*/ 263271 h 955271"/>
              <a:gd name="connsiteX69" fmla="*/ 3727614 w 5741575"/>
              <a:gd name="connsiteY69" fmla="*/ 258245 h 955271"/>
              <a:gd name="connsiteX70" fmla="*/ 3738369 w 5741575"/>
              <a:gd name="connsiteY70" fmla="*/ 234506 h 955271"/>
              <a:gd name="connsiteX71" fmla="*/ 3803670 w 5741575"/>
              <a:gd name="connsiteY71" fmla="*/ 236457 h 955271"/>
              <a:gd name="connsiteX72" fmla="*/ 3903080 w 5741575"/>
              <a:gd name="connsiteY72" fmla="*/ 241890 h 955271"/>
              <a:gd name="connsiteX73" fmla="*/ 4114838 w 5741575"/>
              <a:gd name="connsiteY73" fmla="*/ 238165 h 955271"/>
              <a:gd name="connsiteX74" fmla="*/ 4271023 w 5741575"/>
              <a:gd name="connsiteY74" fmla="*/ 241959 h 955271"/>
              <a:gd name="connsiteX75" fmla="*/ 4367397 w 5741575"/>
              <a:gd name="connsiteY75" fmla="*/ 271442 h 955271"/>
              <a:gd name="connsiteX76" fmla="*/ 4495366 w 5741575"/>
              <a:gd name="connsiteY76" fmla="*/ 271618 h 955271"/>
              <a:gd name="connsiteX77" fmla="*/ 4517347 w 5741575"/>
              <a:gd name="connsiteY77" fmla="*/ 275639 h 955271"/>
              <a:gd name="connsiteX78" fmla="*/ 4546116 w 5741575"/>
              <a:gd name="connsiteY78" fmla="*/ 268568 h 955271"/>
              <a:gd name="connsiteX79" fmla="*/ 4661259 w 5741575"/>
              <a:gd name="connsiteY79" fmla="*/ 238966 h 955271"/>
              <a:gd name="connsiteX80" fmla="*/ 4750403 w 5741575"/>
              <a:gd name="connsiteY80" fmla="*/ 204364 h 955271"/>
              <a:gd name="connsiteX81" fmla="*/ 4867614 w 5741575"/>
              <a:gd name="connsiteY81" fmla="*/ 208668 h 955271"/>
              <a:gd name="connsiteX82" fmla="*/ 4937036 w 5741575"/>
              <a:gd name="connsiteY82" fmla="*/ 195446 h 955271"/>
              <a:gd name="connsiteX83" fmla="*/ 5047626 w 5741575"/>
              <a:gd name="connsiteY83" fmla="*/ 149604 h 955271"/>
              <a:gd name="connsiteX84" fmla="*/ 5200247 w 5741575"/>
              <a:gd name="connsiteY84" fmla="*/ 142695 h 955271"/>
              <a:gd name="connsiteX85" fmla="*/ 5235691 w 5741575"/>
              <a:gd name="connsiteY85" fmla="*/ 173330 h 955271"/>
              <a:gd name="connsiteX86" fmla="*/ 5280133 w 5741575"/>
              <a:gd name="connsiteY86" fmla="*/ 189342 h 955271"/>
              <a:gd name="connsiteX87" fmla="*/ 5291963 w 5741575"/>
              <a:gd name="connsiteY87" fmla="*/ 139446 h 955271"/>
              <a:gd name="connsiteX88" fmla="*/ 5418472 w 5741575"/>
              <a:gd name="connsiteY88" fmla="*/ 89163 h 955271"/>
              <a:gd name="connsiteX89" fmla="*/ 5482354 w 5741575"/>
              <a:gd name="connsiteY89" fmla="*/ 69470 h 955271"/>
              <a:gd name="connsiteX90" fmla="*/ 5583280 w 5741575"/>
              <a:gd name="connsiteY90" fmla="*/ 49787 h 955271"/>
              <a:gd name="connsiteX91" fmla="*/ 5613766 w 5741575"/>
              <a:gd name="connsiteY91" fmla="*/ 41855 h 955271"/>
              <a:gd name="connsiteX92" fmla="*/ 5684952 w 5741575"/>
              <a:gd name="connsiteY92" fmla="*/ 26088 h 955271"/>
              <a:gd name="connsiteX93" fmla="*/ 5741575 w 5741575"/>
              <a:gd name="connsiteY9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84157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306299 w 5741575"/>
              <a:gd name="connsiteY16" fmla="*/ 873609 h 955271"/>
              <a:gd name="connsiteX17" fmla="*/ 331571 w 5741575"/>
              <a:gd name="connsiteY17" fmla="*/ 869866 h 955271"/>
              <a:gd name="connsiteX18" fmla="*/ 384157 w 5741575"/>
              <a:gd name="connsiteY18" fmla="*/ 867971 h 955271"/>
              <a:gd name="connsiteX19" fmla="*/ 477637 w 5741575"/>
              <a:gd name="connsiteY19" fmla="*/ 870334 h 955271"/>
              <a:gd name="connsiteX20" fmla="*/ 570239 w 5741575"/>
              <a:gd name="connsiteY20" fmla="*/ 829596 h 955271"/>
              <a:gd name="connsiteX21" fmla="*/ 787156 w 5741575"/>
              <a:gd name="connsiteY21" fmla="*/ 838447 h 955271"/>
              <a:gd name="connsiteX22" fmla="*/ 948872 w 5741575"/>
              <a:gd name="connsiteY22" fmla="*/ 772201 h 955271"/>
              <a:gd name="connsiteX23" fmla="*/ 1127089 w 5741575"/>
              <a:gd name="connsiteY23" fmla="*/ 746926 h 955271"/>
              <a:gd name="connsiteX24" fmla="*/ 1220426 w 5741575"/>
              <a:gd name="connsiteY24" fmla="*/ 721810 h 955271"/>
              <a:gd name="connsiteX25" fmla="*/ 1306771 w 5741575"/>
              <a:gd name="connsiteY25" fmla="*/ 717936 h 955271"/>
              <a:gd name="connsiteX26" fmla="*/ 1374314 w 5741575"/>
              <a:gd name="connsiteY26" fmla="*/ 688815 h 955271"/>
              <a:gd name="connsiteX27" fmla="*/ 1378034 w 5741575"/>
              <a:gd name="connsiteY27" fmla="*/ 685842 h 955271"/>
              <a:gd name="connsiteX28" fmla="*/ 1395604 w 5741575"/>
              <a:gd name="connsiteY28" fmla="*/ 680460 h 955271"/>
              <a:gd name="connsiteX29" fmla="*/ 1397206 w 5741575"/>
              <a:gd name="connsiteY29" fmla="*/ 670793 h 955271"/>
              <a:gd name="connsiteX30" fmla="*/ 1421250 w 5741575"/>
              <a:gd name="connsiteY30" fmla="*/ 656855 h 955271"/>
              <a:gd name="connsiteX31" fmla="*/ 1454524 w 5741575"/>
              <a:gd name="connsiteY31" fmla="*/ 649224 h 955271"/>
              <a:gd name="connsiteX32" fmla="*/ 1616217 w 5741575"/>
              <a:gd name="connsiteY32" fmla="*/ 622107 h 955271"/>
              <a:gd name="connsiteX33" fmla="*/ 1710928 w 5741575"/>
              <a:gd name="connsiteY33" fmla="*/ 600666 h 955271"/>
              <a:gd name="connsiteX34" fmla="*/ 1743718 w 5741575"/>
              <a:gd name="connsiteY34" fmla="*/ 584327 h 955271"/>
              <a:gd name="connsiteX35" fmla="*/ 1873778 w 5741575"/>
              <a:gd name="connsiteY35" fmla="*/ 530130 h 955271"/>
              <a:gd name="connsiteX36" fmla="*/ 1988411 w 5741575"/>
              <a:gd name="connsiteY36" fmla="*/ 491599 h 955271"/>
              <a:gd name="connsiteX37" fmla="*/ 2085507 w 5741575"/>
              <a:gd name="connsiteY37" fmla="*/ 498527 h 955271"/>
              <a:gd name="connsiteX38" fmla="*/ 2090767 w 5741575"/>
              <a:gd name="connsiteY38" fmla="*/ 490616 h 955271"/>
              <a:gd name="connsiteX39" fmla="*/ 2151143 w 5741575"/>
              <a:gd name="connsiteY39" fmla="*/ 478332 h 955271"/>
              <a:gd name="connsiteX40" fmla="*/ 2378710 w 5741575"/>
              <a:gd name="connsiteY40" fmla="*/ 477570 h 955271"/>
              <a:gd name="connsiteX41" fmla="*/ 2496256 w 5741575"/>
              <a:gd name="connsiteY41" fmla="*/ 452396 h 955271"/>
              <a:gd name="connsiteX42" fmla="*/ 2535387 w 5741575"/>
              <a:gd name="connsiteY42" fmla="*/ 436645 h 955271"/>
              <a:gd name="connsiteX43" fmla="*/ 2601109 w 5741575"/>
              <a:gd name="connsiteY43" fmla="*/ 410678 h 955271"/>
              <a:gd name="connsiteX44" fmla="*/ 2643855 w 5741575"/>
              <a:gd name="connsiteY44" fmla="*/ 374482 h 955271"/>
              <a:gd name="connsiteX45" fmla="*/ 2657726 w 5741575"/>
              <a:gd name="connsiteY45" fmla="*/ 365841 h 955271"/>
              <a:gd name="connsiteX46" fmla="*/ 2687125 w 5741575"/>
              <a:gd name="connsiteY46" fmla="*/ 366820 h 955271"/>
              <a:gd name="connsiteX47" fmla="*/ 2697479 w 5741575"/>
              <a:gd name="connsiteY47" fmla="*/ 361430 h 955271"/>
              <a:gd name="connsiteX48" fmla="*/ 2701547 w 5741575"/>
              <a:gd name="connsiteY48" fmla="*/ 361545 h 955271"/>
              <a:gd name="connsiteX49" fmla="*/ 2711054 w 5741575"/>
              <a:gd name="connsiteY49" fmla="*/ 360597 h 955271"/>
              <a:gd name="connsiteX50" fmla="*/ 2710438 w 5741575"/>
              <a:gd name="connsiteY50" fmla="*/ 366958 h 955271"/>
              <a:gd name="connsiteX51" fmla="*/ 2722936 w 5741575"/>
              <a:gd name="connsiteY51" fmla="*/ 377633 h 955271"/>
              <a:gd name="connsiteX52" fmla="*/ 2777227 w 5741575"/>
              <a:gd name="connsiteY52" fmla="*/ 368972 h 955271"/>
              <a:gd name="connsiteX53" fmla="*/ 2779510 w 5741575"/>
              <a:gd name="connsiteY53" fmla="*/ 361652 h 955271"/>
              <a:gd name="connsiteX54" fmla="*/ 2786278 w 5741575"/>
              <a:gd name="connsiteY54" fmla="*/ 359869 h 955271"/>
              <a:gd name="connsiteX55" fmla="*/ 2792101 w 5741575"/>
              <a:gd name="connsiteY55" fmla="*/ 365927 h 955271"/>
              <a:gd name="connsiteX56" fmla="*/ 2885545 w 5741575"/>
              <a:gd name="connsiteY56" fmla="*/ 372818 h 955271"/>
              <a:gd name="connsiteX57" fmla="*/ 3009558 w 5741575"/>
              <a:gd name="connsiteY57" fmla="*/ 370573 h 955271"/>
              <a:gd name="connsiteX58" fmla="*/ 3095010 w 5741575"/>
              <a:gd name="connsiteY58" fmla="*/ 332454 h 955271"/>
              <a:gd name="connsiteX59" fmla="*/ 3103742 w 5741575"/>
              <a:gd name="connsiteY59" fmla="*/ 337974 h 955271"/>
              <a:gd name="connsiteX60" fmla="*/ 3165093 w 5741575"/>
              <a:gd name="connsiteY60" fmla="*/ 329459 h 955271"/>
              <a:gd name="connsiteX61" fmla="*/ 3373785 w 5741575"/>
              <a:gd name="connsiteY61" fmla="*/ 255680 h 955271"/>
              <a:gd name="connsiteX62" fmla="*/ 3493851 w 5741575"/>
              <a:gd name="connsiteY62" fmla="*/ 240255 h 955271"/>
              <a:gd name="connsiteX63" fmla="*/ 3537470 w 5741575"/>
              <a:gd name="connsiteY63" fmla="*/ 241867 h 955271"/>
              <a:gd name="connsiteX64" fmla="*/ 3610489 w 5741575"/>
              <a:gd name="connsiteY64" fmla="*/ 244128 h 955271"/>
              <a:gd name="connsiteX65" fmla="*/ 3667539 w 5741575"/>
              <a:gd name="connsiteY65" fmla="*/ 263271 h 955271"/>
              <a:gd name="connsiteX66" fmla="*/ 3727614 w 5741575"/>
              <a:gd name="connsiteY66" fmla="*/ 258245 h 955271"/>
              <a:gd name="connsiteX67" fmla="*/ 3738369 w 5741575"/>
              <a:gd name="connsiteY67" fmla="*/ 234506 h 955271"/>
              <a:gd name="connsiteX68" fmla="*/ 3803670 w 5741575"/>
              <a:gd name="connsiteY68" fmla="*/ 236457 h 955271"/>
              <a:gd name="connsiteX69" fmla="*/ 3903080 w 5741575"/>
              <a:gd name="connsiteY69" fmla="*/ 241890 h 955271"/>
              <a:gd name="connsiteX70" fmla="*/ 4114838 w 5741575"/>
              <a:gd name="connsiteY70" fmla="*/ 238165 h 955271"/>
              <a:gd name="connsiteX71" fmla="*/ 4271023 w 5741575"/>
              <a:gd name="connsiteY71" fmla="*/ 241959 h 955271"/>
              <a:gd name="connsiteX72" fmla="*/ 4367397 w 5741575"/>
              <a:gd name="connsiteY72" fmla="*/ 271442 h 955271"/>
              <a:gd name="connsiteX73" fmla="*/ 4495366 w 5741575"/>
              <a:gd name="connsiteY73" fmla="*/ 271618 h 955271"/>
              <a:gd name="connsiteX74" fmla="*/ 4517347 w 5741575"/>
              <a:gd name="connsiteY74" fmla="*/ 275639 h 955271"/>
              <a:gd name="connsiteX75" fmla="*/ 4546116 w 5741575"/>
              <a:gd name="connsiteY75" fmla="*/ 268568 h 955271"/>
              <a:gd name="connsiteX76" fmla="*/ 4661259 w 5741575"/>
              <a:gd name="connsiteY76" fmla="*/ 238966 h 955271"/>
              <a:gd name="connsiteX77" fmla="*/ 4750403 w 5741575"/>
              <a:gd name="connsiteY77" fmla="*/ 204364 h 955271"/>
              <a:gd name="connsiteX78" fmla="*/ 4867614 w 5741575"/>
              <a:gd name="connsiteY78" fmla="*/ 208668 h 955271"/>
              <a:gd name="connsiteX79" fmla="*/ 4937036 w 5741575"/>
              <a:gd name="connsiteY79" fmla="*/ 195446 h 955271"/>
              <a:gd name="connsiteX80" fmla="*/ 5047626 w 5741575"/>
              <a:gd name="connsiteY80" fmla="*/ 149604 h 955271"/>
              <a:gd name="connsiteX81" fmla="*/ 5200247 w 5741575"/>
              <a:gd name="connsiteY81" fmla="*/ 142695 h 955271"/>
              <a:gd name="connsiteX82" fmla="*/ 5235691 w 5741575"/>
              <a:gd name="connsiteY82" fmla="*/ 173330 h 955271"/>
              <a:gd name="connsiteX83" fmla="*/ 5280133 w 5741575"/>
              <a:gd name="connsiteY83" fmla="*/ 189342 h 955271"/>
              <a:gd name="connsiteX84" fmla="*/ 5291963 w 5741575"/>
              <a:gd name="connsiteY84" fmla="*/ 139446 h 955271"/>
              <a:gd name="connsiteX85" fmla="*/ 5418472 w 5741575"/>
              <a:gd name="connsiteY85" fmla="*/ 89163 h 955271"/>
              <a:gd name="connsiteX86" fmla="*/ 5482354 w 5741575"/>
              <a:gd name="connsiteY86" fmla="*/ 69470 h 955271"/>
              <a:gd name="connsiteX87" fmla="*/ 5583280 w 5741575"/>
              <a:gd name="connsiteY87" fmla="*/ 49787 h 955271"/>
              <a:gd name="connsiteX88" fmla="*/ 5613766 w 5741575"/>
              <a:gd name="connsiteY88" fmla="*/ 41855 h 955271"/>
              <a:gd name="connsiteX89" fmla="*/ 5684952 w 5741575"/>
              <a:gd name="connsiteY89" fmla="*/ 26088 h 955271"/>
              <a:gd name="connsiteX90" fmla="*/ 5741575 w 5741575"/>
              <a:gd name="connsiteY9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22923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41364 w 5741575"/>
              <a:gd name="connsiteY28" fmla="*/ 661393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94753 w 5741575"/>
              <a:gd name="connsiteY28" fmla="*/ 644686 h 955271"/>
              <a:gd name="connsiteX29" fmla="*/ 1616217 w 5741575"/>
              <a:gd name="connsiteY29" fmla="*/ 622107 h 955271"/>
              <a:gd name="connsiteX30" fmla="*/ 1710928 w 5741575"/>
              <a:gd name="connsiteY30" fmla="*/ 600666 h 955271"/>
              <a:gd name="connsiteX31" fmla="*/ 1743718 w 5741575"/>
              <a:gd name="connsiteY31" fmla="*/ 584327 h 955271"/>
              <a:gd name="connsiteX32" fmla="*/ 1873778 w 5741575"/>
              <a:gd name="connsiteY32" fmla="*/ 530130 h 955271"/>
              <a:gd name="connsiteX33" fmla="*/ 1988411 w 5741575"/>
              <a:gd name="connsiteY33" fmla="*/ 491599 h 955271"/>
              <a:gd name="connsiteX34" fmla="*/ 2085507 w 5741575"/>
              <a:gd name="connsiteY34" fmla="*/ 498527 h 955271"/>
              <a:gd name="connsiteX35" fmla="*/ 2090767 w 5741575"/>
              <a:gd name="connsiteY35" fmla="*/ 490616 h 955271"/>
              <a:gd name="connsiteX36" fmla="*/ 2151143 w 5741575"/>
              <a:gd name="connsiteY36" fmla="*/ 478332 h 955271"/>
              <a:gd name="connsiteX37" fmla="*/ 2378710 w 5741575"/>
              <a:gd name="connsiteY37" fmla="*/ 477570 h 955271"/>
              <a:gd name="connsiteX38" fmla="*/ 2496256 w 5741575"/>
              <a:gd name="connsiteY38" fmla="*/ 452396 h 955271"/>
              <a:gd name="connsiteX39" fmla="*/ 2535387 w 5741575"/>
              <a:gd name="connsiteY39" fmla="*/ 436645 h 955271"/>
              <a:gd name="connsiteX40" fmla="*/ 2601109 w 5741575"/>
              <a:gd name="connsiteY40" fmla="*/ 410678 h 955271"/>
              <a:gd name="connsiteX41" fmla="*/ 2643855 w 5741575"/>
              <a:gd name="connsiteY41" fmla="*/ 374482 h 955271"/>
              <a:gd name="connsiteX42" fmla="*/ 2657726 w 5741575"/>
              <a:gd name="connsiteY42" fmla="*/ 365841 h 955271"/>
              <a:gd name="connsiteX43" fmla="*/ 2687125 w 5741575"/>
              <a:gd name="connsiteY43" fmla="*/ 366820 h 955271"/>
              <a:gd name="connsiteX44" fmla="*/ 2697479 w 5741575"/>
              <a:gd name="connsiteY44" fmla="*/ 361430 h 955271"/>
              <a:gd name="connsiteX45" fmla="*/ 2701547 w 5741575"/>
              <a:gd name="connsiteY45" fmla="*/ 361545 h 955271"/>
              <a:gd name="connsiteX46" fmla="*/ 2711054 w 5741575"/>
              <a:gd name="connsiteY46" fmla="*/ 360597 h 955271"/>
              <a:gd name="connsiteX47" fmla="*/ 2710438 w 5741575"/>
              <a:gd name="connsiteY47" fmla="*/ 366958 h 955271"/>
              <a:gd name="connsiteX48" fmla="*/ 2722936 w 5741575"/>
              <a:gd name="connsiteY48" fmla="*/ 377633 h 955271"/>
              <a:gd name="connsiteX49" fmla="*/ 2777227 w 5741575"/>
              <a:gd name="connsiteY49" fmla="*/ 368972 h 955271"/>
              <a:gd name="connsiteX50" fmla="*/ 2779510 w 5741575"/>
              <a:gd name="connsiteY50" fmla="*/ 361652 h 955271"/>
              <a:gd name="connsiteX51" fmla="*/ 2786278 w 5741575"/>
              <a:gd name="connsiteY51" fmla="*/ 359869 h 955271"/>
              <a:gd name="connsiteX52" fmla="*/ 2792101 w 5741575"/>
              <a:gd name="connsiteY52" fmla="*/ 365927 h 955271"/>
              <a:gd name="connsiteX53" fmla="*/ 2885545 w 5741575"/>
              <a:gd name="connsiteY53" fmla="*/ 372818 h 955271"/>
              <a:gd name="connsiteX54" fmla="*/ 3009558 w 5741575"/>
              <a:gd name="connsiteY54" fmla="*/ 370573 h 955271"/>
              <a:gd name="connsiteX55" fmla="*/ 3095010 w 5741575"/>
              <a:gd name="connsiteY55" fmla="*/ 332454 h 955271"/>
              <a:gd name="connsiteX56" fmla="*/ 3103742 w 5741575"/>
              <a:gd name="connsiteY56" fmla="*/ 337974 h 955271"/>
              <a:gd name="connsiteX57" fmla="*/ 3165093 w 5741575"/>
              <a:gd name="connsiteY57" fmla="*/ 329459 h 955271"/>
              <a:gd name="connsiteX58" fmla="*/ 3373785 w 5741575"/>
              <a:gd name="connsiteY58" fmla="*/ 255680 h 955271"/>
              <a:gd name="connsiteX59" fmla="*/ 3493851 w 5741575"/>
              <a:gd name="connsiteY59" fmla="*/ 240255 h 955271"/>
              <a:gd name="connsiteX60" fmla="*/ 3537470 w 5741575"/>
              <a:gd name="connsiteY60" fmla="*/ 241867 h 955271"/>
              <a:gd name="connsiteX61" fmla="*/ 3610489 w 5741575"/>
              <a:gd name="connsiteY61" fmla="*/ 244128 h 955271"/>
              <a:gd name="connsiteX62" fmla="*/ 3667539 w 5741575"/>
              <a:gd name="connsiteY62" fmla="*/ 263271 h 955271"/>
              <a:gd name="connsiteX63" fmla="*/ 3727614 w 5741575"/>
              <a:gd name="connsiteY63" fmla="*/ 258245 h 955271"/>
              <a:gd name="connsiteX64" fmla="*/ 3738369 w 5741575"/>
              <a:gd name="connsiteY64" fmla="*/ 234506 h 955271"/>
              <a:gd name="connsiteX65" fmla="*/ 3803670 w 5741575"/>
              <a:gd name="connsiteY65" fmla="*/ 236457 h 955271"/>
              <a:gd name="connsiteX66" fmla="*/ 3903080 w 5741575"/>
              <a:gd name="connsiteY66" fmla="*/ 241890 h 955271"/>
              <a:gd name="connsiteX67" fmla="*/ 4114838 w 5741575"/>
              <a:gd name="connsiteY67" fmla="*/ 238165 h 955271"/>
              <a:gd name="connsiteX68" fmla="*/ 4271023 w 5741575"/>
              <a:gd name="connsiteY68" fmla="*/ 241959 h 955271"/>
              <a:gd name="connsiteX69" fmla="*/ 4367397 w 5741575"/>
              <a:gd name="connsiteY69" fmla="*/ 271442 h 955271"/>
              <a:gd name="connsiteX70" fmla="*/ 4495366 w 5741575"/>
              <a:gd name="connsiteY70" fmla="*/ 271618 h 955271"/>
              <a:gd name="connsiteX71" fmla="*/ 4517347 w 5741575"/>
              <a:gd name="connsiteY71" fmla="*/ 275639 h 955271"/>
              <a:gd name="connsiteX72" fmla="*/ 4546116 w 5741575"/>
              <a:gd name="connsiteY72" fmla="*/ 268568 h 955271"/>
              <a:gd name="connsiteX73" fmla="*/ 4661259 w 5741575"/>
              <a:gd name="connsiteY73" fmla="*/ 238966 h 955271"/>
              <a:gd name="connsiteX74" fmla="*/ 4750403 w 5741575"/>
              <a:gd name="connsiteY74" fmla="*/ 204364 h 955271"/>
              <a:gd name="connsiteX75" fmla="*/ 4867614 w 5741575"/>
              <a:gd name="connsiteY75" fmla="*/ 208668 h 955271"/>
              <a:gd name="connsiteX76" fmla="*/ 4937036 w 5741575"/>
              <a:gd name="connsiteY76" fmla="*/ 195446 h 955271"/>
              <a:gd name="connsiteX77" fmla="*/ 5047626 w 5741575"/>
              <a:gd name="connsiteY77" fmla="*/ 149604 h 955271"/>
              <a:gd name="connsiteX78" fmla="*/ 5200247 w 5741575"/>
              <a:gd name="connsiteY78" fmla="*/ 142695 h 955271"/>
              <a:gd name="connsiteX79" fmla="*/ 5235691 w 5741575"/>
              <a:gd name="connsiteY79" fmla="*/ 173330 h 955271"/>
              <a:gd name="connsiteX80" fmla="*/ 5280133 w 5741575"/>
              <a:gd name="connsiteY80" fmla="*/ 189342 h 955271"/>
              <a:gd name="connsiteX81" fmla="*/ 5291963 w 5741575"/>
              <a:gd name="connsiteY81" fmla="*/ 139446 h 955271"/>
              <a:gd name="connsiteX82" fmla="*/ 5418472 w 5741575"/>
              <a:gd name="connsiteY82" fmla="*/ 89163 h 955271"/>
              <a:gd name="connsiteX83" fmla="*/ 5482354 w 5741575"/>
              <a:gd name="connsiteY83" fmla="*/ 69470 h 955271"/>
              <a:gd name="connsiteX84" fmla="*/ 5583280 w 5741575"/>
              <a:gd name="connsiteY84" fmla="*/ 49787 h 955271"/>
              <a:gd name="connsiteX85" fmla="*/ 5613766 w 5741575"/>
              <a:gd name="connsiteY85" fmla="*/ 41855 h 955271"/>
              <a:gd name="connsiteX86" fmla="*/ 5684952 w 5741575"/>
              <a:gd name="connsiteY86" fmla="*/ 26088 h 955271"/>
              <a:gd name="connsiteX87" fmla="*/ 5741575 w 5741575"/>
              <a:gd name="connsiteY8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306771 w 5741575"/>
              <a:gd name="connsiteY22" fmla="*/ 717936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11050 w 5741575"/>
              <a:gd name="connsiteY47" fmla="*/ 358572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792101 w 5741575"/>
              <a:gd name="connsiteY49" fmla="*/ 365927 h 955271"/>
              <a:gd name="connsiteX50" fmla="*/ 2885545 w 5741575"/>
              <a:gd name="connsiteY50" fmla="*/ 372818 h 955271"/>
              <a:gd name="connsiteX51" fmla="*/ 3009558 w 5741575"/>
              <a:gd name="connsiteY51" fmla="*/ 370573 h 955271"/>
              <a:gd name="connsiteX52" fmla="*/ 3095010 w 5741575"/>
              <a:gd name="connsiteY52" fmla="*/ 332454 h 955271"/>
              <a:gd name="connsiteX53" fmla="*/ 3103742 w 5741575"/>
              <a:gd name="connsiteY53" fmla="*/ 337974 h 955271"/>
              <a:gd name="connsiteX54" fmla="*/ 3165093 w 5741575"/>
              <a:gd name="connsiteY54" fmla="*/ 329459 h 955271"/>
              <a:gd name="connsiteX55" fmla="*/ 3373785 w 5741575"/>
              <a:gd name="connsiteY55" fmla="*/ 255680 h 955271"/>
              <a:gd name="connsiteX56" fmla="*/ 3493851 w 5741575"/>
              <a:gd name="connsiteY56" fmla="*/ 240255 h 955271"/>
              <a:gd name="connsiteX57" fmla="*/ 3537470 w 5741575"/>
              <a:gd name="connsiteY57" fmla="*/ 241867 h 955271"/>
              <a:gd name="connsiteX58" fmla="*/ 3610489 w 5741575"/>
              <a:gd name="connsiteY58" fmla="*/ 244128 h 955271"/>
              <a:gd name="connsiteX59" fmla="*/ 3667539 w 5741575"/>
              <a:gd name="connsiteY59" fmla="*/ 263271 h 955271"/>
              <a:gd name="connsiteX60" fmla="*/ 3727614 w 5741575"/>
              <a:gd name="connsiteY60" fmla="*/ 258245 h 955271"/>
              <a:gd name="connsiteX61" fmla="*/ 3738369 w 5741575"/>
              <a:gd name="connsiteY61" fmla="*/ 234506 h 955271"/>
              <a:gd name="connsiteX62" fmla="*/ 3803670 w 5741575"/>
              <a:gd name="connsiteY62" fmla="*/ 236457 h 955271"/>
              <a:gd name="connsiteX63" fmla="*/ 3903080 w 5741575"/>
              <a:gd name="connsiteY63" fmla="*/ 241890 h 955271"/>
              <a:gd name="connsiteX64" fmla="*/ 4114838 w 5741575"/>
              <a:gd name="connsiteY64" fmla="*/ 238165 h 955271"/>
              <a:gd name="connsiteX65" fmla="*/ 4271023 w 5741575"/>
              <a:gd name="connsiteY65" fmla="*/ 241959 h 955271"/>
              <a:gd name="connsiteX66" fmla="*/ 4367397 w 5741575"/>
              <a:gd name="connsiteY66" fmla="*/ 271442 h 955271"/>
              <a:gd name="connsiteX67" fmla="*/ 4495366 w 5741575"/>
              <a:gd name="connsiteY67" fmla="*/ 271618 h 955271"/>
              <a:gd name="connsiteX68" fmla="*/ 4517347 w 5741575"/>
              <a:gd name="connsiteY68" fmla="*/ 275639 h 955271"/>
              <a:gd name="connsiteX69" fmla="*/ 4546116 w 5741575"/>
              <a:gd name="connsiteY69" fmla="*/ 268568 h 955271"/>
              <a:gd name="connsiteX70" fmla="*/ 4661259 w 5741575"/>
              <a:gd name="connsiteY70" fmla="*/ 238966 h 955271"/>
              <a:gd name="connsiteX71" fmla="*/ 4750403 w 5741575"/>
              <a:gd name="connsiteY71" fmla="*/ 204364 h 955271"/>
              <a:gd name="connsiteX72" fmla="*/ 4867614 w 5741575"/>
              <a:gd name="connsiteY72" fmla="*/ 208668 h 955271"/>
              <a:gd name="connsiteX73" fmla="*/ 4937036 w 5741575"/>
              <a:gd name="connsiteY73" fmla="*/ 195446 h 955271"/>
              <a:gd name="connsiteX74" fmla="*/ 5047626 w 5741575"/>
              <a:gd name="connsiteY74" fmla="*/ 149604 h 955271"/>
              <a:gd name="connsiteX75" fmla="*/ 5200247 w 5741575"/>
              <a:gd name="connsiteY75" fmla="*/ 142695 h 955271"/>
              <a:gd name="connsiteX76" fmla="*/ 5235691 w 5741575"/>
              <a:gd name="connsiteY76" fmla="*/ 173330 h 955271"/>
              <a:gd name="connsiteX77" fmla="*/ 5280133 w 5741575"/>
              <a:gd name="connsiteY77" fmla="*/ 189342 h 955271"/>
              <a:gd name="connsiteX78" fmla="*/ 5291963 w 5741575"/>
              <a:gd name="connsiteY78" fmla="*/ 139446 h 955271"/>
              <a:gd name="connsiteX79" fmla="*/ 5418472 w 5741575"/>
              <a:gd name="connsiteY79" fmla="*/ 89163 h 955271"/>
              <a:gd name="connsiteX80" fmla="*/ 5482354 w 5741575"/>
              <a:gd name="connsiteY80" fmla="*/ 69470 h 955271"/>
              <a:gd name="connsiteX81" fmla="*/ 5583280 w 5741575"/>
              <a:gd name="connsiteY81" fmla="*/ 49787 h 955271"/>
              <a:gd name="connsiteX82" fmla="*/ 5613766 w 5741575"/>
              <a:gd name="connsiteY82" fmla="*/ 41855 h 955271"/>
              <a:gd name="connsiteX83" fmla="*/ 5684952 w 5741575"/>
              <a:gd name="connsiteY83" fmla="*/ 26088 h 955271"/>
              <a:gd name="connsiteX84" fmla="*/ 5741575 w 5741575"/>
              <a:gd name="connsiteY8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885545 w 5741575"/>
              <a:gd name="connsiteY49" fmla="*/ 372818 h 955271"/>
              <a:gd name="connsiteX50" fmla="*/ 3009558 w 5741575"/>
              <a:gd name="connsiteY50" fmla="*/ 370573 h 955271"/>
              <a:gd name="connsiteX51" fmla="*/ 3095010 w 5741575"/>
              <a:gd name="connsiteY51" fmla="*/ 332454 h 955271"/>
              <a:gd name="connsiteX52" fmla="*/ 3103742 w 5741575"/>
              <a:gd name="connsiteY52" fmla="*/ 337974 h 955271"/>
              <a:gd name="connsiteX53" fmla="*/ 3165093 w 5741575"/>
              <a:gd name="connsiteY53" fmla="*/ 329459 h 955271"/>
              <a:gd name="connsiteX54" fmla="*/ 3373785 w 5741575"/>
              <a:gd name="connsiteY54" fmla="*/ 255680 h 955271"/>
              <a:gd name="connsiteX55" fmla="*/ 3493851 w 5741575"/>
              <a:gd name="connsiteY55" fmla="*/ 240255 h 955271"/>
              <a:gd name="connsiteX56" fmla="*/ 3537470 w 5741575"/>
              <a:gd name="connsiteY56" fmla="*/ 241867 h 955271"/>
              <a:gd name="connsiteX57" fmla="*/ 3610489 w 5741575"/>
              <a:gd name="connsiteY57" fmla="*/ 244128 h 955271"/>
              <a:gd name="connsiteX58" fmla="*/ 3667539 w 5741575"/>
              <a:gd name="connsiteY58" fmla="*/ 263271 h 955271"/>
              <a:gd name="connsiteX59" fmla="*/ 3727614 w 5741575"/>
              <a:gd name="connsiteY59" fmla="*/ 258245 h 955271"/>
              <a:gd name="connsiteX60" fmla="*/ 3738369 w 5741575"/>
              <a:gd name="connsiteY60" fmla="*/ 234506 h 955271"/>
              <a:gd name="connsiteX61" fmla="*/ 3803670 w 5741575"/>
              <a:gd name="connsiteY61" fmla="*/ 236457 h 955271"/>
              <a:gd name="connsiteX62" fmla="*/ 3903080 w 5741575"/>
              <a:gd name="connsiteY62" fmla="*/ 241890 h 955271"/>
              <a:gd name="connsiteX63" fmla="*/ 4114838 w 5741575"/>
              <a:gd name="connsiteY63" fmla="*/ 238165 h 955271"/>
              <a:gd name="connsiteX64" fmla="*/ 4271023 w 5741575"/>
              <a:gd name="connsiteY64" fmla="*/ 241959 h 955271"/>
              <a:gd name="connsiteX65" fmla="*/ 4367397 w 5741575"/>
              <a:gd name="connsiteY65" fmla="*/ 271442 h 955271"/>
              <a:gd name="connsiteX66" fmla="*/ 4495366 w 5741575"/>
              <a:gd name="connsiteY66" fmla="*/ 271618 h 955271"/>
              <a:gd name="connsiteX67" fmla="*/ 4517347 w 5741575"/>
              <a:gd name="connsiteY67" fmla="*/ 275639 h 955271"/>
              <a:gd name="connsiteX68" fmla="*/ 4546116 w 5741575"/>
              <a:gd name="connsiteY68" fmla="*/ 268568 h 955271"/>
              <a:gd name="connsiteX69" fmla="*/ 4661259 w 5741575"/>
              <a:gd name="connsiteY69" fmla="*/ 238966 h 955271"/>
              <a:gd name="connsiteX70" fmla="*/ 4750403 w 5741575"/>
              <a:gd name="connsiteY70" fmla="*/ 204364 h 955271"/>
              <a:gd name="connsiteX71" fmla="*/ 4867614 w 5741575"/>
              <a:gd name="connsiteY71" fmla="*/ 208668 h 955271"/>
              <a:gd name="connsiteX72" fmla="*/ 4937036 w 5741575"/>
              <a:gd name="connsiteY72" fmla="*/ 195446 h 955271"/>
              <a:gd name="connsiteX73" fmla="*/ 5047626 w 5741575"/>
              <a:gd name="connsiteY73" fmla="*/ 149604 h 955271"/>
              <a:gd name="connsiteX74" fmla="*/ 5200247 w 5741575"/>
              <a:gd name="connsiteY74" fmla="*/ 142695 h 955271"/>
              <a:gd name="connsiteX75" fmla="*/ 5235691 w 5741575"/>
              <a:gd name="connsiteY75" fmla="*/ 173330 h 955271"/>
              <a:gd name="connsiteX76" fmla="*/ 5280133 w 5741575"/>
              <a:gd name="connsiteY76" fmla="*/ 189342 h 955271"/>
              <a:gd name="connsiteX77" fmla="*/ 5291963 w 5741575"/>
              <a:gd name="connsiteY77" fmla="*/ 139446 h 955271"/>
              <a:gd name="connsiteX78" fmla="*/ 5418472 w 5741575"/>
              <a:gd name="connsiteY78" fmla="*/ 89163 h 955271"/>
              <a:gd name="connsiteX79" fmla="*/ 5482354 w 5741575"/>
              <a:gd name="connsiteY79" fmla="*/ 69470 h 955271"/>
              <a:gd name="connsiteX80" fmla="*/ 5583280 w 5741575"/>
              <a:gd name="connsiteY80" fmla="*/ 49787 h 955271"/>
              <a:gd name="connsiteX81" fmla="*/ 5613766 w 5741575"/>
              <a:gd name="connsiteY81" fmla="*/ 41855 h 955271"/>
              <a:gd name="connsiteX82" fmla="*/ 5684952 w 5741575"/>
              <a:gd name="connsiteY82" fmla="*/ 26088 h 955271"/>
              <a:gd name="connsiteX83" fmla="*/ 5741575 w 5741575"/>
              <a:gd name="connsiteY8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824768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91963 w 5741575"/>
              <a:gd name="connsiteY74" fmla="*/ 139446 h 955271"/>
              <a:gd name="connsiteX75" fmla="*/ 5418472 w 5741575"/>
              <a:gd name="connsiteY75" fmla="*/ 89163 h 955271"/>
              <a:gd name="connsiteX76" fmla="*/ 5482354 w 5741575"/>
              <a:gd name="connsiteY76" fmla="*/ 69470 h 955271"/>
              <a:gd name="connsiteX77" fmla="*/ 5583280 w 5741575"/>
              <a:gd name="connsiteY77" fmla="*/ 49787 h 955271"/>
              <a:gd name="connsiteX78" fmla="*/ 5613766 w 5741575"/>
              <a:gd name="connsiteY78" fmla="*/ 41855 h 955271"/>
              <a:gd name="connsiteX79" fmla="*/ 5684952 w 5741575"/>
              <a:gd name="connsiteY79" fmla="*/ 26088 h 955271"/>
              <a:gd name="connsiteX80" fmla="*/ 5741575 w 5741575"/>
              <a:gd name="connsiteY8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48998 w 5741575"/>
              <a:gd name="connsiteY50" fmla="*/ 315286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77227 w 5741575"/>
              <a:gd name="connsiteY44" fmla="*/ 368972 h 955271"/>
              <a:gd name="connsiteX45" fmla="*/ 2824768 w 5741575"/>
              <a:gd name="connsiteY45" fmla="*/ 361652 h 955271"/>
              <a:gd name="connsiteX46" fmla="*/ 2885545 w 5741575"/>
              <a:gd name="connsiteY46" fmla="*/ 372818 h 955271"/>
              <a:gd name="connsiteX47" fmla="*/ 3009558 w 5741575"/>
              <a:gd name="connsiteY47" fmla="*/ 370573 h 955271"/>
              <a:gd name="connsiteX48" fmla="*/ 3095010 w 5741575"/>
              <a:gd name="connsiteY48" fmla="*/ 332454 h 955271"/>
              <a:gd name="connsiteX49" fmla="*/ 3148998 w 5741575"/>
              <a:gd name="connsiteY49" fmla="*/ 315286 h 955271"/>
              <a:gd name="connsiteX50" fmla="*/ 3195264 w 5741575"/>
              <a:gd name="connsiteY50" fmla="*/ 293158 h 955271"/>
              <a:gd name="connsiteX51" fmla="*/ 3373785 w 5741575"/>
              <a:gd name="connsiteY51" fmla="*/ 255680 h 955271"/>
              <a:gd name="connsiteX52" fmla="*/ 3493851 w 5741575"/>
              <a:gd name="connsiteY52" fmla="*/ 240255 h 955271"/>
              <a:gd name="connsiteX53" fmla="*/ 3537470 w 5741575"/>
              <a:gd name="connsiteY53" fmla="*/ 241867 h 955271"/>
              <a:gd name="connsiteX54" fmla="*/ 3610489 w 5741575"/>
              <a:gd name="connsiteY54" fmla="*/ 244128 h 955271"/>
              <a:gd name="connsiteX55" fmla="*/ 3667539 w 5741575"/>
              <a:gd name="connsiteY55" fmla="*/ 263271 h 955271"/>
              <a:gd name="connsiteX56" fmla="*/ 3727614 w 5741575"/>
              <a:gd name="connsiteY56" fmla="*/ 258245 h 955271"/>
              <a:gd name="connsiteX57" fmla="*/ 3738369 w 5741575"/>
              <a:gd name="connsiteY57" fmla="*/ 234506 h 955271"/>
              <a:gd name="connsiteX58" fmla="*/ 3803670 w 5741575"/>
              <a:gd name="connsiteY58" fmla="*/ 236457 h 955271"/>
              <a:gd name="connsiteX59" fmla="*/ 3903080 w 5741575"/>
              <a:gd name="connsiteY59" fmla="*/ 241890 h 955271"/>
              <a:gd name="connsiteX60" fmla="*/ 4114838 w 5741575"/>
              <a:gd name="connsiteY60" fmla="*/ 238165 h 955271"/>
              <a:gd name="connsiteX61" fmla="*/ 4271023 w 5741575"/>
              <a:gd name="connsiteY61" fmla="*/ 241959 h 955271"/>
              <a:gd name="connsiteX62" fmla="*/ 4367397 w 5741575"/>
              <a:gd name="connsiteY62" fmla="*/ 271442 h 955271"/>
              <a:gd name="connsiteX63" fmla="*/ 4495366 w 5741575"/>
              <a:gd name="connsiteY63" fmla="*/ 271618 h 955271"/>
              <a:gd name="connsiteX64" fmla="*/ 4517347 w 5741575"/>
              <a:gd name="connsiteY64" fmla="*/ 275639 h 955271"/>
              <a:gd name="connsiteX65" fmla="*/ 4546116 w 5741575"/>
              <a:gd name="connsiteY65" fmla="*/ 268568 h 955271"/>
              <a:gd name="connsiteX66" fmla="*/ 4661259 w 5741575"/>
              <a:gd name="connsiteY66" fmla="*/ 238966 h 955271"/>
              <a:gd name="connsiteX67" fmla="*/ 4750403 w 5741575"/>
              <a:gd name="connsiteY67" fmla="*/ 204364 h 955271"/>
              <a:gd name="connsiteX68" fmla="*/ 4867614 w 5741575"/>
              <a:gd name="connsiteY68" fmla="*/ 208668 h 955271"/>
              <a:gd name="connsiteX69" fmla="*/ 4937036 w 5741575"/>
              <a:gd name="connsiteY69" fmla="*/ 195446 h 955271"/>
              <a:gd name="connsiteX70" fmla="*/ 5067740 w 5741575"/>
              <a:gd name="connsiteY70" fmla="*/ 172293 h 955271"/>
              <a:gd name="connsiteX71" fmla="*/ 5200247 w 5741575"/>
              <a:gd name="connsiteY71" fmla="*/ 142695 h 955271"/>
              <a:gd name="connsiteX72" fmla="*/ 5291963 w 5741575"/>
              <a:gd name="connsiteY72" fmla="*/ 139446 h 955271"/>
              <a:gd name="connsiteX73" fmla="*/ 5418472 w 5741575"/>
              <a:gd name="connsiteY73" fmla="*/ 89163 h 955271"/>
              <a:gd name="connsiteX74" fmla="*/ 5482354 w 5741575"/>
              <a:gd name="connsiteY74" fmla="*/ 69470 h 955271"/>
              <a:gd name="connsiteX75" fmla="*/ 5583280 w 5741575"/>
              <a:gd name="connsiteY75" fmla="*/ 49787 h 955271"/>
              <a:gd name="connsiteX76" fmla="*/ 5613766 w 5741575"/>
              <a:gd name="connsiteY76" fmla="*/ 41855 h 955271"/>
              <a:gd name="connsiteX77" fmla="*/ 5684952 w 5741575"/>
              <a:gd name="connsiteY77" fmla="*/ 26088 h 955271"/>
              <a:gd name="connsiteX78" fmla="*/ 5741575 w 5741575"/>
              <a:gd name="connsiteY7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02777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B1EF83-DCAF-366C-6E2E-15E326F64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7" y="2549718"/>
            <a:ext cx="5747857" cy="3552969"/>
          </a:xfrm>
        </p:spPr>
        <p:txBody>
          <a:bodyPr>
            <a:normAutofit/>
          </a:bodyPr>
          <a:lstStyle/>
          <a:p>
            <a:r>
              <a:rPr lang="en-US" altLang="zh-CN" sz="2000"/>
              <a:t>CPDO</a:t>
            </a:r>
            <a:r>
              <a:rPr lang="zh-CN" altLang="en-US" sz="2000"/>
              <a:t>申请季专项指导</a:t>
            </a:r>
            <a:endParaRPr lang="en-US" altLang="zh-CN" sz="2000"/>
          </a:p>
          <a:p>
            <a:r>
              <a:rPr lang="en-US" altLang="zh-CN" sz="2000"/>
              <a:t>SME-CDC</a:t>
            </a:r>
            <a:r>
              <a:rPr lang="zh-CN" altLang="en-US" sz="2000"/>
              <a:t>简历撰写智能工具</a:t>
            </a:r>
            <a:endParaRPr lang="en-US" altLang="zh-CN" sz="2000"/>
          </a:p>
          <a:p>
            <a:r>
              <a:rPr lang="en-US" altLang="zh-CN" sz="2000"/>
              <a:t>SME-CDC</a:t>
            </a:r>
            <a:r>
              <a:rPr lang="zh-CN" altLang="en-US" sz="2000"/>
              <a:t>一对一咨询</a:t>
            </a:r>
            <a:endParaRPr lang="en-US" altLang="zh-CN" sz="2000"/>
          </a:p>
          <a:p>
            <a:r>
              <a:rPr lang="en-US" altLang="zh-CN" sz="2000"/>
              <a:t>Shane/Victor </a:t>
            </a:r>
            <a:r>
              <a:rPr lang="zh-CN" altLang="en-US" sz="2000"/>
              <a:t>选校</a:t>
            </a:r>
            <a:r>
              <a:rPr lang="en-US" altLang="zh-CN" sz="2000"/>
              <a:t>/</a:t>
            </a:r>
            <a:r>
              <a:rPr lang="zh-CN" altLang="en-US" sz="2000"/>
              <a:t>文书</a:t>
            </a:r>
            <a:r>
              <a:rPr lang="en-US" altLang="zh-CN" sz="2000"/>
              <a:t>/PhD</a:t>
            </a:r>
            <a:r>
              <a:rPr lang="zh-CN" altLang="en-US" sz="2000"/>
              <a:t>咨询</a:t>
            </a:r>
            <a:endParaRPr lang="en-US" altLang="zh-CN" sz="2000"/>
          </a:p>
          <a:p>
            <a:r>
              <a:rPr lang="zh-CN" altLang="en-US" sz="2000"/>
              <a:t>校内</a:t>
            </a:r>
            <a:r>
              <a:rPr lang="en-US" altLang="zh-CN" sz="2000"/>
              <a:t>GRE</a:t>
            </a:r>
            <a:r>
              <a:rPr lang="zh-CN" altLang="en-US" sz="2000"/>
              <a:t>合作网课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/>
              <a:t>中介免费选校？</a:t>
            </a:r>
            <a:endParaRPr lang="en-US" altLang="zh-CN" sz="2000"/>
          </a:p>
          <a:p>
            <a:endParaRPr lang="zh-CN" altLang="en-US" sz="20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FFEA99-E831-4C3B-8D16-0EA4AB33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73ED1106-491A-7526-15BE-66608C86C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308" y="391347"/>
            <a:ext cx="2809826" cy="607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4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CF16F5-E0AF-4144-B7AF-BDDCDF8D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7085843F-A255-4AE2-BD1C-10954E1A6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0"/>
            <a:ext cx="7918980" cy="6858000"/>
          </a:xfrm>
          <a:custGeom>
            <a:avLst/>
            <a:gdLst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95756 w 7918980"/>
              <a:gd name="connsiteY68" fmla="*/ 1961162 h 6858000"/>
              <a:gd name="connsiteX69" fmla="*/ 6991493 w 7918980"/>
              <a:gd name="connsiteY69" fmla="*/ 1969445 h 6858000"/>
              <a:gd name="connsiteX70" fmla="*/ 6949577 w 7918980"/>
              <a:gd name="connsiteY70" fmla="*/ 2024270 h 6858000"/>
              <a:gd name="connsiteX71" fmla="*/ 6942508 w 7918980"/>
              <a:gd name="connsiteY71" fmla="*/ 2107942 h 6858000"/>
              <a:gd name="connsiteX72" fmla="*/ 6933336 w 7918980"/>
              <a:gd name="connsiteY72" fmla="*/ 2193455 h 6858000"/>
              <a:gd name="connsiteX73" fmla="*/ 6927972 w 7918980"/>
              <a:gd name="connsiteY73" fmla="*/ 2260088 h 6858000"/>
              <a:gd name="connsiteX74" fmla="*/ 6909058 w 7918980"/>
              <a:gd name="connsiteY74" fmla="*/ 2296008 h 6858000"/>
              <a:gd name="connsiteX75" fmla="*/ 6901810 w 7918980"/>
              <a:gd name="connsiteY75" fmla="*/ 2305564 h 6858000"/>
              <a:gd name="connsiteX76" fmla="*/ 6904482 w 7918980"/>
              <a:gd name="connsiteY76" fmla="*/ 2320214 h 6858000"/>
              <a:gd name="connsiteX77" fmla="*/ 6891885 w 7918980"/>
              <a:gd name="connsiteY77" fmla="*/ 2417011 h 6858000"/>
              <a:gd name="connsiteX78" fmla="*/ 6884970 w 7918980"/>
              <a:gd name="connsiteY78" fmla="*/ 2454207 h 6858000"/>
              <a:gd name="connsiteX79" fmla="*/ 6882954 w 7918980"/>
              <a:gd name="connsiteY79" fmla="*/ 2487203 h 6858000"/>
              <a:gd name="connsiteX80" fmla="*/ 6871484 w 7918980"/>
              <a:gd name="connsiteY80" fmla="*/ 2512282 h 6858000"/>
              <a:gd name="connsiteX81" fmla="*/ 6872496 w 7918980"/>
              <a:gd name="connsiteY81" fmla="*/ 2514318 h 6858000"/>
              <a:gd name="connsiteX82" fmla="*/ 6898111 w 7918980"/>
              <a:gd name="connsiteY82" fmla="*/ 2574334 h 6858000"/>
              <a:gd name="connsiteX83" fmla="*/ 6897017 w 7918980"/>
              <a:gd name="connsiteY83" fmla="*/ 2579877 h 6858000"/>
              <a:gd name="connsiteX84" fmla="*/ 6897171 w 7918980"/>
              <a:gd name="connsiteY84" fmla="*/ 2608928 h 6858000"/>
              <a:gd name="connsiteX85" fmla="*/ 6896584 w 7918980"/>
              <a:gd name="connsiteY85" fmla="*/ 2613111 h 6858000"/>
              <a:gd name="connsiteX86" fmla="*/ 6888164 w 7918980"/>
              <a:gd name="connsiteY86" fmla="*/ 2621996 h 6858000"/>
              <a:gd name="connsiteX87" fmla="*/ 6890652 w 7918980"/>
              <a:gd name="connsiteY87" fmla="*/ 2634265 h 6858000"/>
              <a:gd name="connsiteX88" fmla="*/ 6882034 w 7918980"/>
              <a:gd name="connsiteY88" fmla="*/ 2647237 h 6858000"/>
              <a:gd name="connsiteX89" fmla="*/ 6888195 w 7918980"/>
              <a:gd name="connsiteY89" fmla="*/ 2650786 h 6858000"/>
              <a:gd name="connsiteX90" fmla="*/ 6894052 w 7918980"/>
              <a:gd name="connsiteY90" fmla="*/ 2661993 h 6858000"/>
              <a:gd name="connsiteX91" fmla="*/ 6885953 w 7918980"/>
              <a:gd name="connsiteY91" fmla="*/ 2670949 h 6858000"/>
              <a:gd name="connsiteX92" fmla="*/ 6880156 w 7918980"/>
              <a:gd name="connsiteY92" fmla="*/ 2690255 h 6858000"/>
              <a:gd name="connsiteX93" fmla="*/ 6881009 w 7918980"/>
              <a:gd name="connsiteY93" fmla="*/ 2695683 h 6858000"/>
              <a:gd name="connsiteX94" fmla="*/ 6870001 w 7918980"/>
              <a:gd name="connsiteY94" fmla="*/ 2713964 h 6858000"/>
              <a:gd name="connsiteX95" fmla="*/ 6864441 w 7918980"/>
              <a:gd name="connsiteY95" fmla="*/ 2730175 h 6858000"/>
              <a:gd name="connsiteX96" fmla="*/ 6875107 w 7918980"/>
              <a:gd name="connsiteY96" fmla="*/ 2763497 h 6858000"/>
              <a:gd name="connsiteX97" fmla="*/ 6837349 w 7918980"/>
              <a:gd name="connsiteY97" fmla="*/ 3051539 h 6858000"/>
              <a:gd name="connsiteX98" fmla="*/ 6835698 w 7918980"/>
              <a:gd name="connsiteY98" fmla="*/ 3060333 h 6858000"/>
              <a:gd name="connsiteX99" fmla="*/ 6837785 w 7918980"/>
              <a:gd name="connsiteY99" fmla="*/ 3065434 h 6858000"/>
              <a:gd name="connsiteX100" fmla="*/ 6834476 w 7918980"/>
              <a:gd name="connsiteY100" fmla="*/ 3066836 h 6858000"/>
              <a:gd name="connsiteX101" fmla="*/ 6831096 w 7918980"/>
              <a:gd name="connsiteY101" fmla="*/ 3084834 h 6858000"/>
              <a:gd name="connsiteX102" fmla="*/ 6831305 w 7918980"/>
              <a:gd name="connsiteY102" fmla="*/ 3097259 h 6858000"/>
              <a:gd name="connsiteX103" fmla="*/ 6828050 w 7918980"/>
              <a:gd name="connsiteY103" fmla="*/ 3101053 h 6858000"/>
              <a:gd name="connsiteX104" fmla="*/ 6827093 w 7918980"/>
              <a:gd name="connsiteY104" fmla="*/ 3106151 h 6858000"/>
              <a:gd name="connsiteX105" fmla="*/ 6833251 w 7918980"/>
              <a:gd name="connsiteY105" fmla="*/ 3116747 h 6858000"/>
              <a:gd name="connsiteX106" fmla="*/ 6825921 w 7918980"/>
              <a:gd name="connsiteY106" fmla="*/ 3151828 h 6858000"/>
              <a:gd name="connsiteX107" fmla="*/ 6825863 w 7918980"/>
              <a:gd name="connsiteY107" fmla="*/ 3180546 h 6858000"/>
              <a:gd name="connsiteX108" fmla="*/ 6839691 w 7918980"/>
              <a:gd name="connsiteY108" fmla="*/ 3258677 h 6858000"/>
              <a:gd name="connsiteX109" fmla="*/ 6840898 w 7918980"/>
              <a:gd name="connsiteY109" fmla="*/ 3262610 h 6858000"/>
              <a:gd name="connsiteX110" fmla="*/ 6834652 w 7918980"/>
              <a:gd name="connsiteY110" fmla="*/ 3277179 h 6858000"/>
              <a:gd name="connsiteX111" fmla="*/ 6832324 w 7918980"/>
              <a:gd name="connsiteY111" fmla="*/ 3278130 h 6858000"/>
              <a:gd name="connsiteX112" fmla="*/ 6849750 w 7918980"/>
              <a:gd name="connsiteY112" fmla="*/ 3325671 h 6858000"/>
              <a:gd name="connsiteX113" fmla="*/ 6847551 w 7918980"/>
              <a:gd name="connsiteY113" fmla="*/ 3332072 h 6858000"/>
              <a:gd name="connsiteX114" fmla="*/ 6864685 w 7918980"/>
              <a:gd name="connsiteY114" fmla="*/ 3362948 h 6858000"/>
              <a:gd name="connsiteX115" fmla="*/ 6870457 w 7918980"/>
              <a:gd name="connsiteY115" fmla="*/ 3378959 h 6858000"/>
              <a:gd name="connsiteX116" fmla="*/ 6883738 w 7918980"/>
              <a:gd name="connsiteY116" fmla="*/ 3407057 h 6858000"/>
              <a:gd name="connsiteX117" fmla="*/ 6881948 w 7918980"/>
              <a:gd name="connsiteY117" fmla="*/ 3409825 h 6858000"/>
              <a:gd name="connsiteX118" fmla="*/ 6885647 w 7918980"/>
              <a:gd name="connsiteY118" fmla="*/ 3415218 h 6858000"/>
              <a:gd name="connsiteX119" fmla="*/ 6883908 w 7918980"/>
              <a:gd name="connsiteY119" fmla="*/ 3419880 h 6858000"/>
              <a:gd name="connsiteX120" fmla="*/ 6885903 w 7918980"/>
              <a:gd name="connsiteY120" fmla="*/ 3424545 h 6858000"/>
              <a:gd name="connsiteX121" fmla="*/ 6887603 w 7918980"/>
              <a:gd name="connsiteY121" fmla="*/ 3476412 h 6858000"/>
              <a:gd name="connsiteX122" fmla="*/ 6892664 w 7918980"/>
              <a:gd name="connsiteY122" fmla="*/ 3486850 h 6858000"/>
              <a:gd name="connsiteX123" fmla="*/ 6886319 w 7918980"/>
              <a:gd name="connsiteY123" fmla="*/ 3496391 h 6858000"/>
              <a:gd name="connsiteX124" fmla="*/ 6893119 w 7918980"/>
              <a:gd name="connsiteY124" fmla="*/ 3531201 h 6858000"/>
              <a:gd name="connsiteX125" fmla="*/ 6902876 w 7918980"/>
              <a:gd name="connsiteY125" fmla="*/ 3542019 h 6858000"/>
              <a:gd name="connsiteX126" fmla="*/ 6910520 w 7918980"/>
              <a:gd name="connsiteY126" fmla="*/ 3552249 h 6858000"/>
              <a:gd name="connsiteX127" fmla="*/ 6910882 w 7918980"/>
              <a:gd name="connsiteY127" fmla="*/ 3553678 h 6858000"/>
              <a:gd name="connsiteX128" fmla="*/ 6914489 w 7918980"/>
              <a:gd name="connsiteY128" fmla="*/ 3568021 h 6858000"/>
              <a:gd name="connsiteX129" fmla="*/ 6914914 w 7918980"/>
              <a:gd name="connsiteY129" fmla="*/ 3569719 h 6858000"/>
              <a:gd name="connsiteX130" fmla="*/ 6912342 w 7918980"/>
              <a:gd name="connsiteY130" fmla="*/ 3586412 h 6858000"/>
              <a:gd name="connsiteX131" fmla="*/ 6915338 w 7918980"/>
              <a:gd name="connsiteY131" fmla="*/ 3597336 h 6858000"/>
              <a:gd name="connsiteX132" fmla="*/ 6907234 w 7918980"/>
              <a:gd name="connsiteY132" fmla="*/ 3606007 h 6858000"/>
              <a:gd name="connsiteX133" fmla="*/ 6907261 w 7918980"/>
              <a:gd name="connsiteY133" fmla="*/ 3641228 h 6858000"/>
              <a:gd name="connsiteX134" fmla="*/ 6914828 w 7918980"/>
              <a:gd name="connsiteY134" fmla="*/ 3653088 h 6858000"/>
              <a:gd name="connsiteX135" fmla="*/ 6920416 w 7918980"/>
              <a:gd name="connsiteY135" fmla="*/ 3664114 h 6858000"/>
              <a:gd name="connsiteX136" fmla="*/ 6920498 w 7918980"/>
              <a:gd name="connsiteY136" fmla="*/ 3665569 h 6858000"/>
              <a:gd name="connsiteX137" fmla="*/ 6922809 w 7918980"/>
              <a:gd name="connsiteY137" fmla="*/ 3707357 h 6858000"/>
              <a:gd name="connsiteX138" fmla="*/ 6937676 w 7918980"/>
              <a:gd name="connsiteY138" fmla="*/ 3778166 h 6858000"/>
              <a:gd name="connsiteX139" fmla="*/ 6958359 w 7918980"/>
              <a:gd name="connsiteY139" fmla="*/ 3878222 h 6858000"/>
              <a:gd name="connsiteX140" fmla="*/ 6953118 w 7918980"/>
              <a:gd name="connsiteY140" fmla="*/ 4048117 h 6858000"/>
              <a:gd name="connsiteX141" fmla="*/ 6913020 w 7918980"/>
              <a:gd name="connsiteY141" fmla="*/ 4219510 h 6858000"/>
              <a:gd name="connsiteX142" fmla="*/ 6915792 w 7918980"/>
              <a:gd name="connsiteY142" fmla="*/ 4411258 h 6858000"/>
              <a:gd name="connsiteX143" fmla="*/ 6907579 w 7918980"/>
              <a:gd name="connsiteY143" fmla="*/ 4488531 h 6858000"/>
              <a:gd name="connsiteX144" fmla="*/ 6907052 w 7918980"/>
              <a:gd name="connsiteY144" fmla="*/ 4539168 h 6858000"/>
              <a:gd name="connsiteX145" fmla="*/ 6891916 w 7918980"/>
              <a:gd name="connsiteY145" fmla="*/ 4625153 h 6858000"/>
              <a:gd name="connsiteX146" fmla="*/ 6882094 w 7918980"/>
              <a:gd name="connsiteY146" fmla="*/ 4733115 h 6858000"/>
              <a:gd name="connsiteX147" fmla="*/ 6860189 w 7918980"/>
              <a:gd name="connsiteY147" fmla="*/ 4844323 h 6858000"/>
              <a:gd name="connsiteX148" fmla="*/ 6843618 w 7918980"/>
              <a:gd name="connsiteY148" fmla="*/ 4877992 h 6858000"/>
              <a:gd name="connsiteX149" fmla="*/ 6829393 w 7918980"/>
              <a:gd name="connsiteY149" fmla="*/ 4925805 h 6858000"/>
              <a:gd name="connsiteX150" fmla="*/ 6794017 w 7918980"/>
              <a:gd name="connsiteY150" fmla="*/ 5009272 h 6858000"/>
              <a:gd name="connsiteX151" fmla="*/ 6786085 w 7918980"/>
              <a:gd name="connsiteY151" fmla="*/ 5111369 h 6858000"/>
              <a:gd name="connsiteX152" fmla="*/ 6799321 w 7918980"/>
              <a:gd name="connsiteY152" fmla="*/ 5210876 h 6858000"/>
              <a:gd name="connsiteX153" fmla="*/ 6803597 w 7918980"/>
              <a:gd name="connsiteY153" fmla="*/ 5269726 h 6858000"/>
              <a:gd name="connsiteX154" fmla="*/ 6820713 w 7918980"/>
              <a:gd name="connsiteY154" fmla="*/ 5464225 h 6858000"/>
              <a:gd name="connsiteX155" fmla="*/ 6824380 w 7918980"/>
              <a:gd name="connsiteY155" fmla="*/ 5594585 h 6858000"/>
              <a:gd name="connsiteX156" fmla="*/ 6806680 w 7918980"/>
              <a:gd name="connsiteY156" fmla="*/ 5667896 h 6858000"/>
              <a:gd name="connsiteX157" fmla="*/ 6791486 w 7918980"/>
              <a:gd name="connsiteY157" fmla="*/ 5769225 h 6858000"/>
              <a:gd name="connsiteX158" fmla="*/ 6792745 w 7918980"/>
              <a:gd name="connsiteY158" fmla="*/ 5823324 h 6858000"/>
              <a:gd name="connsiteX159" fmla="*/ 6789109 w 7918980"/>
              <a:gd name="connsiteY159" fmla="*/ 5862699 h 6858000"/>
              <a:gd name="connsiteX160" fmla="*/ 6793675 w 7918980"/>
              <a:gd name="connsiteY160" fmla="*/ 5906467 h 6858000"/>
              <a:gd name="connsiteX161" fmla="*/ 6814548 w 7918980"/>
              <a:gd name="connsiteY161" fmla="*/ 5939847 h 6858000"/>
              <a:gd name="connsiteX162" fmla="*/ 6809795 w 7918980"/>
              <a:gd name="connsiteY162" fmla="*/ 5973994 h 6858000"/>
              <a:gd name="connsiteX163" fmla="*/ 6810756 w 7918980"/>
              <a:gd name="connsiteY163" fmla="*/ 6089693 h 6858000"/>
              <a:gd name="connsiteX164" fmla="*/ 6814601 w 7918980"/>
              <a:gd name="connsiteY164" fmla="*/ 6224938 h 6858000"/>
              <a:gd name="connsiteX165" fmla="*/ 6840137 w 7918980"/>
              <a:gd name="connsiteY165" fmla="*/ 6370251 h 6858000"/>
              <a:gd name="connsiteX166" fmla="*/ 6863777 w 7918980"/>
              <a:gd name="connsiteY166" fmla="*/ 6541313 h 6858000"/>
              <a:gd name="connsiteX167" fmla="*/ 6868355 w 7918980"/>
              <a:gd name="connsiteY167" fmla="*/ 6640957 h 6858000"/>
              <a:gd name="connsiteX168" fmla="*/ 6881422 w 7918980"/>
              <a:gd name="connsiteY168" fmla="*/ 6705297 h 6858000"/>
              <a:gd name="connsiteX169" fmla="*/ 6894105 w 7918980"/>
              <a:gd name="connsiteY169" fmla="*/ 6759582 h 6858000"/>
              <a:gd name="connsiteX170" fmla="*/ 6892152 w 7918980"/>
              <a:gd name="connsiteY170" fmla="*/ 6817746 h 6858000"/>
              <a:gd name="connsiteX171" fmla="*/ 6895302 w 7918980"/>
              <a:gd name="connsiteY171" fmla="*/ 6843646 h 6858000"/>
              <a:gd name="connsiteX172" fmla="*/ 6914368 w 7918980"/>
              <a:gd name="connsiteY172" fmla="*/ 6857998 h 6858000"/>
              <a:gd name="connsiteX173" fmla="*/ 7549620 w 7918980"/>
              <a:gd name="connsiteY173" fmla="*/ 6857998 h 6858000"/>
              <a:gd name="connsiteX174" fmla="*/ 7918980 w 7918980"/>
              <a:gd name="connsiteY174" fmla="*/ 6857998 h 6858000"/>
              <a:gd name="connsiteX175" fmla="*/ 7918980 w 7918980"/>
              <a:gd name="connsiteY175" fmla="*/ 6858000 h 6858000"/>
              <a:gd name="connsiteX176" fmla="*/ 7549620 w 7918980"/>
              <a:gd name="connsiteY176" fmla="*/ 6858000 h 6858000"/>
              <a:gd name="connsiteX177" fmla="*/ 6658851 w 7918980"/>
              <a:gd name="connsiteY177" fmla="*/ 6858000 h 6858000"/>
              <a:gd name="connsiteX178" fmla="*/ 2092387 w 7918980"/>
              <a:gd name="connsiteY178" fmla="*/ 6858000 h 6858000"/>
              <a:gd name="connsiteX179" fmla="*/ 1822980 w 7918980"/>
              <a:gd name="connsiteY179" fmla="*/ 6858000 h 6858000"/>
              <a:gd name="connsiteX180" fmla="*/ 727500 w 7918980"/>
              <a:gd name="connsiteY180" fmla="*/ 6858000 h 6858000"/>
              <a:gd name="connsiteX181" fmla="*/ 504457 w 7918980"/>
              <a:gd name="connsiteY181" fmla="*/ 6858000 h 6858000"/>
              <a:gd name="connsiteX182" fmla="*/ 0 w 7918980"/>
              <a:gd name="connsiteY182" fmla="*/ 685800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95756 w 7918980"/>
              <a:gd name="connsiteY68" fmla="*/ 1961162 h 6858000"/>
              <a:gd name="connsiteX69" fmla="*/ 6949577 w 7918980"/>
              <a:gd name="connsiteY69" fmla="*/ 2024270 h 6858000"/>
              <a:gd name="connsiteX70" fmla="*/ 6942508 w 7918980"/>
              <a:gd name="connsiteY70" fmla="*/ 2107942 h 6858000"/>
              <a:gd name="connsiteX71" fmla="*/ 6933336 w 7918980"/>
              <a:gd name="connsiteY71" fmla="*/ 2193455 h 6858000"/>
              <a:gd name="connsiteX72" fmla="*/ 6927972 w 7918980"/>
              <a:gd name="connsiteY72" fmla="*/ 2260088 h 6858000"/>
              <a:gd name="connsiteX73" fmla="*/ 6909058 w 7918980"/>
              <a:gd name="connsiteY73" fmla="*/ 2296008 h 6858000"/>
              <a:gd name="connsiteX74" fmla="*/ 6901810 w 7918980"/>
              <a:gd name="connsiteY74" fmla="*/ 2305564 h 6858000"/>
              <a:gd name="connsiteX75" fmla="*/ 6904482 w 7918980"/>
              <a:gd name="connsiteY75" fmla="*/ 2320214 h 6858000"/>
              <a:gd name="connsiteX76" fmla="*/ 6891885 w 7918980"/>
              <a:gd name="connsiteY76" fmla="*/ 2417011 h 6858000"/>
              <a:gd name="connsiteX77" fmla="*/ 6884970 w 7918980"/>
              <a:gd name="connsiteY77" fmla="*/ 2454207 h 6858000"/>
              <a:gd name="connsiteX78" fmla="*/ 6882954 w 7918980"/>
              <a:gd name="connsiteY78" fmla="*/ 2487203 h 6858000"/>
              <a:gd name="connsiteX79" fmla="*/ 6871484 w 7918980"/>
              <a:gd name="connsiteY79" fmla="*/ 2512282 h 6858000"/>
              <a:gd name="connsiteX80" fmla="*/ 6872496 w 7918980"/>
              <a:gd name="connsiteY80" fmla="*/ 2514318 h 6858000"/>
              <a:gd name="connsiteX81" fmla="*/ 6898111 w 7918980"/>
              <a:gd name="connsiteY81" fmla="*/ 2574334 h 6858000"/>
              <a:gd name="connsiteX82" fmla="*/ 6897017 w 7918980"/>
              <a:gd name="connsiteY82" fmla="*/ 2579877 h 6858000"/>
              <a:gd name="connsiteX83" fmla="*/ 6897171 w 7918980"/>
              <a:gd name="connsiteY83" fmla="*/ 2608928 h 6858000"/>
              <a:gd name="connsiteX84" fmla="*/ 6896584 w 7918980"/>
              <a:gd name="connsiteY84" fmla="*/ 2613111 h 6858000"/>
              <a:gd name="connsiteX85" fmla="*/ 6888164 w 7918980"/>
              <a:gd name="connsiteY85" fmla="*/ 2621996 h 6858000"/>
              <a:gd name="connsiteX86" fmla="*/ 6890652 w 7918980"/>
              <a:gd name="connsiteY86" fmla="*/ 2634265 h 6858000"/>
              <a:gd name="connsiteX87" fmla="*/ 6882034 w 7918980"/>
              <a:gd name="connsiteY87" fmla="*/ 2647237 h 6858000"/>
              <a:gd name="connsiteX88" fmla="*/ 6888195 w 7918980"/>
              <a:gd name="connsiteY88" fmla="*/ 2650786 h 6858000"/>
              <a:gd name="connsiteX89" fmla="*/ 6894052 w 7918980"/>
              <a:gd name="connsiteY89" fmla="*/ 2661993 h 6858000"/>
              <a:gd name="connsiteX90" fmla="*/ 6885953 w 7918980"/>
              <a:gd name="connsiteY90" fmla="*/ 2670949 h 6858000"/>
              <a:gd name="connsiteX91" fmla="*/ 6880156 w 7918980"/>
              <a:gd name="connsiteY91" fmla="*/ 2690255 h 6858000"/>
              <a:gd name="connsiteX92" fmla="*/ 6881009 w 7918980"/>
              <a:gd name="connsiteY92" fmla="*/ 2695683 h 6858000"/>
              <a:gd name="connsiteX93" fmla="*/ 6870001 w 7918980"/>
              <a:gd name="connsiteY93" fmla="*/ 2713964 h 6858000"/>
              <a:gd name="connsiteX94" fmla="*/ 6864441 w 7918980"/>
              <a:gd name="connsiteY94" fmla="*/ 2730175 h 6858000"/>
              <a:gd name="connsiteX95" fmla="*/ 6875107 w 7918980"/>
              <a:gd name="connsiteY95" fmla="*/ 2763497 h 6858000"/>
              <a:gd name="connsiteX96" fmla="*/ 6837349 w 7918980"/>
              <a:gd name="connsiteY96" fmla="*/ 3051539 h 6858000"/>
              <a:gd name="connsiteX97" fmla="*/ 6835698 w 7918980"/>
              <a:gd name="connsiteY97" fmla="*/ 3060333 h 6858000"/>
              <a:gd name="connsiteX98" fmla="*/ 6837785 w 7918980"/>
              <a:gd name="connsiteY98" fmla="*/ 3065434 h 6858000"/>
              <a:gd name="connsiteX99" fmla="*/ 6834476 w 7918980"/>
              <a:gd name="connsiteY99" fmla="*/ 3066836 h 6858000"/>
              <a:gd name="connsiteX100" fmla="*/ 6831096 w 7918980"/>
              <a:gd name="connsiteY100" fmla="*/ 3084834 h 6858000"/>
              <a:gd name="connsiteX101" fmla="*/ 6831305 w 7918980"/>
              <a:gd name="connsiteY101" fmla="*/ 3097259 h 6858000"/>
              <a:gd name="connsiteX102" fmla="*/ 6828050 w 7918980"/>
              <a:gd name="connsiteY102" fmla="*/ 3101053 h 6858000"/>
              <a:gd name="connsiteX103" fmla="*/ 6827093 w 7918980"/>
              <a:gd name="connsiteY103" fmla="*/ 3106151 h 6858000"/>
              <a:gd name="connsiteX104" fmla="*/ 6833251 w 7918980"/>
              <a:gd name="connsiteY104" fmla="*/ 3116747 h 6858000"/>
              <a:gd name="connsiteX105" fmla="*/ 6825921 w 7918980"/>
              <a:gd name="connsiteY105" fmla="*/ 3151828 h 6858000"/>
              <a:gd name="connsiteX106" fmla="*/ 6825863 w 7918980"/>
              <a:gd name="connsiteY106" fmla="*/ 3180546 h 6858000"/>
              <a:gd name="connsiteX107" fmla="*/ 6839691 w 7918980"/>
              <a:gd name="connsiteY107" fmla="*/ 3258677 h 6858000"/>
              <a:gd name="connsiteX108" fmla="*/ 6840898 w 7918980"/>
              <a:gd name="connsiteY108" fmla="*/ 3262610 h 6858000"/>
              <a:gd name="connsiteX109" fmla="*/ 6834652 w 7918980"/>
              <a:gd name="connsiteY109" fmla="*/ 3277179 h 6858000"/>
              <a:gd name="connsiteX110" fmla="*/ 6832324 w 7918980"/>
              <a:gd name="connsiteY110" fmla="*/ 3278130 h 6858000"/>
              <a:gd name="connsiteX111" fmla="*/ 6849750 w 7918980"/>
              <a:gd name="connsiteY111" fmla="*/ 3325671 h 6858000"/>
              <a:gd name="connsiteX112" fmla="*/ 6847551 w 7918980"/>
              <a:gd name="connsiteY112" fmla="*/ 3332072 h 6858000"/>
              <a:gd name="connsiteX113" fmla="*/ 6864685 w 7918980"/>
              <a:gd name="connsiteY113" fmla="*/ 3362948 h 6858000"/>
              <a:gd name="connsiteX114" fmla="*/ 6870457 w 7918980"/>
              <a:gd name="connsiteY114" fmla="*/ 3378959 h 6858000"/>
              <a:gd name="connsiteX115" fmla="*/ 6883738 w 7918980"/>
              <a:gd name="connsiteY115" fmla="*/ 3407057 h 6858000"/>
              <a:gd name="connsiteX116" fmla="*/ 6881948 w 7918980"/>
              <a:gd name="connsiteY116" fmla="*/ 3409825 h 6858000"/>
              <a:gd name="connsiteX117" fmla="*/ 6885647 w 7918980"/>
              <a:gd name="connsiteY117" fmla="*/ 3415218 h 6858000"/>
              <a:gd name="connsiteX118" fmla="*/ 6883908 w 7918980"/>
              <a:gd name="connsiteY118" fmla="*/ 3419880 h 6858000"/>
              <a:gd name="connsiteX119" fmla="*/ 6885903 w 7918980"/>
              <a:gd name="connsiteY119" fmla="*/ 3424545 h 6858000"/>
              <a:gd name="connsiteX120" fmla="*/ 6887603 w 7918980"/>
              <a:gd name="connsiteY120" fmla="*/ 3476412 h 6858000"/>
              <a:gd name="connsiteX121" fmla="*/ 6892664 w 7918980"/>
              <a:gd name="connsiteY121" fmla="*/ 3486850 h 6858000"/>
              <a:gd name="connsiteX122" fmla="*/ 6886319 w 7918980"/>
              <a:gd name="connsiteY122" fmla="*/ 3496391 h 6858000"/>
              <a:gd name="connsiteX123" fmla="*/ 6893119 w 7918980"/>
              <a:gd name="connsiteY123" fmla="*/ 3531201 h 6858000"/>
              <a:gd name="connsiteX124" fmla="*/ 6902876 w 7918980"/>
              <a:gd name="connsiteY124" fmla="*/ 3542019 h 6858000"/>
              <a:gd name="connsiteX125" fmla="*/ 6910520 w 7918980"/>
              <a:gd name="connsiteY125" fmla="*/ 3552249 h 6858000"/>
              <a:gd name="connsiteX126" fmla="*/ 6910882 w 7918980"/>
              <a:gd name="connsiteY126" fmla="*/ 3553678 h 6858000"/>
              <a:gd name="connsiteX127" fmla="*/ 6914489 w 7918980"/>
              <a:gd name="connsiteY127" fmla="*/ 3568021 h 6858000"/>
              <a:gd name="connsiteX128" fmla="*/ 6914914 w 7918980"/>
              <a:gd name="connsiteY128" fmla="*/ 3569719 h 6858000"/>
              <a:gd name="connsiteX129" fmla="*/ 6912342 w 7918980"/>
              <a:gd name="connsiteY129" fmla="*/ 3586412 h 6858000"/>
              <a:gd name="connsiteX130" fmla="*/ 6915338 w 7918980"/>
              <a:gd name="connsiteY130" fmla="*/ 3597336 h 6858000"/>
              <a:gd name="connsiteX131" fmla="*/ 6907234 w 7918980"/>
              <a:gd name="connsiteY131" fmla="*/ 3606007 h 6858000"/>
              <a:gd name="connsiteX132" fmla="*/ 6907261 w 7918980"/>
              <a:gd name="connsiteY132" fmla="*/ 3641228 h 6858000"/>
              <a:gd name="connsiteX133" fmla="*/ 6914828 w 7918980"/>
              <a:gd name="connsiteY133" fmla="*/ 3653088 h 6858000"/>
              <a:gd name="connsiteX134" fmla="*/ 6920416 w 7918980"/>
              <a:gd name="connsiteY134" fmla="*/ 3664114 h 6858000"/>
              <a:gd name="connsiteX135" fmla="*/ 6920498 w 7918980"/>
              <a:gd name="connsiteY135" fmla="*/ 3665569 h 6858000"/>
              <a:gd name="connsiteX136" fmla="*/ 6922809 w 7918980"/>
              <a:gd name="connsiteY136" fmla="*/ 3707357 h 6858000"/>
              <a:gd name="connsiteX137" fmla="*/ 6937676 w 7918980"/>
              <a:gd name="connsiteY137" fmla="*/ 3778166 h 6858000"/>
              <a:gd name="connsiteX138" fmla="*/ 6958359 w 7918980"/>
              <a:gd name="connsiteY138" fmla="*/ 3878222 h 6858000"/>
              <a:gd name="connsiteX139" fmla="*/ 6953118 w 7918980"/>
              <a:gd name="connsiteY139" fmla="*/ 4048117 h 6858000"/>
              <a:gd name="connsiteX140" fmla="*/ 6913020 w 7918980"/>
              <a:gd name="connsiteY140" fmla="*/ 4219510 h 6858000"/>
              <a:gd name="connsiteX141" fmla="*/ 6915792 w 7918980"/>
              <a:gd name="connsiteY141" fmla="*/ 4411258 h 6858000"/>
              <a:gd name="connsiteX142" fmla="*/ 6907579 w 7918980"/>
              <a:gd name="connsiteY142" fmla="*/ 4488531 h 6858000"/>
              <a:gd name="connsiteX143" fmla="*/ 6907052 w 7918980"/>
              <a:gd name="connsiteY143" fmla="*/ 4539168 h 6858000"/>
              <a:gd name="connsiteX144" fmla="*/ 6891916 w 7918980"/>
              <a:gd name="connsiteY144" fmla="*/ 4625153 h 6858000"/>
              <a:gd name="connsiteX145" fmla="*/ 6882094 w 7918980"/>
              <a:gd name="connsiteY145" fmla="*/ 4733115 h 6858000"/>
              <a:gd name="connsiteX146" fmla="*/ 6860189 w 7918980"/>
              <a:gd name="connsiteY146" fmla="*/ 4844323 h 6858000"/>
              <a:gd name="connsiteX147" fmla="*/ 6843618 w 7918980"/>
              <a:gd name="connsiteY147" fmla="*/ 4877992 h 6858000"/>
              <a:gd name="connsiteX148" fmla="*/ 6829393 w 7918980"/>
              <a:gd name="connsiteY148" fmla="*/ 4925805 h 6858000"/>
              <a:gd name="connsiteX149" fmla="*/ 6794017 w 7918980"/>
              <a:gd name="connsiteY149" fmla="*/ 5009272 h 6858000"/>
              <a:gd name="connsiteX150" fmla="*/ 6786085 w 7918980"/>
              <a:gd name="connsiteY150" fmla="*/ 5111369 h 6858000"/>
              <a:gd name="connsiteX151" fmla="*/ 6799321 w 7918980"/>
              <a:gd name="connsiteY151" fmla="*/ 5210876 h 6858000"/>
              <a:gd name="connsiteX152" fmla="*/ 6803597 w 7918980"/>
              <a:gd name="connsiteY152" fmla="*/ 5269726 h 6858000"/>
              <a:gd name="connsiteX153" fmla="*/ 6820713 w 7918980"/>
              <a:gd name="connsiteY153" fmla="*/ 5464225 h 6858000"/>
              <a:gd name="connsiteX154" fmla="*/ 6824380 w 7918980"/>
              <a:gd name="connsiteY154" fmla="*/ 5594585 h 6858000"/>
              <a:gd name="connsiteX155" fmla="*/ 6806680 w 7918980"/>
              <a:gd name="connsiteY155" fmla="*/ 5667896 h 6858000"/>
              <a:gd name="connsiteX156" fmla="*/ 6791486 w 7918980"/>
              <a:gd name="connsiteY156" fmla="*/ 5769225 h 6858000"/>
              <a:gd name="connsiteX157" fmla="*/ 6792745 w 7918980"/>
              <a:gd name="connsiteY157" fmla="*/ 5823324 h 6858000"/>
              <a:gd name="connsiteX158" fmla="*/ 6789109 w 7918980"/>
              <a:gd name="connsiteY158" fmla="*/ 5862699 h 6858000"/>
              <a:gd name="connsiteX159" fmla="*/ 6793675 w 7918980"/>
              <a:gd name="connsiteY159" fmla="*/ 5906467 h 6858000"/>
              <a:gd name="connsiteX160" fmla="*/ 6814548 w 7918980"/>
              <a:gd name="connsiteY160" fmla="*/ 5939847 h 6858000"/>
              <a:gd name="connsiteX161" fmla="*/ 6809795 w 7918980"/>
              <a:gd name="connsiteY161" fmla="*/ 5973994 h 6858000"/>
              <a:gd name="connsiteX162" fmla="*/ 6810756 w 7918980"/>
              <a:gd name="connsiteY162" fmla="*/ 6089693 h 6858000"/>
              <a:gd name="connsiteX163" fmla="*/ 6814601 w 7918980"/>
              <a:gd name="connsiteY163" fmla="*/ 6224938 h 6858000"/>
              <a:gd name="connsiteX164" fmla="*/ 6840137 w 7918980"/>
              <a:gd name="connsiteY164" fmla="*/ 6370251 h 6858000"/>
              <a:gd name="connsiteX165" fmla="*/ 6863777 w 7918980"/>
              <a:gd name="connsiteY165" fmla="*/ 6541313 h 6858000"/>
              <a:gd name="connsiteX166" fmla="*/ 6868355 w 7918980"/>
              <a:gd name="connsiteY166" fmla="*/ 6640957 h 6858000"/>
              <a:gd name="connsiteX167" fmla="*/ 6881422 w 7918980"/>
              <a:gd name="connsiteY167" fmla="*/ 6705297 h 6858000"/>
              <a:gd name="connsiteX168" fmla="*/ 6894105 w 7918980"/>
              <a:gd name="connsiteY168" fmla="*/ 6759582 h 6858000"/>
              <a:gd name="connsiteX169" fmla="*/ 6892152 w 7918980"/>
              <a:gd name="connsiteY169" fmla="*/ 6817746 h 6858000"/>
              <a:gd name="connsiteX170" fmla="*/ 6895302 w 7918980"/>
              <a:gd name="connsiteY170" fmla="*/ 6843646 h 6858000"/>
              <a:gd name="connsiteX171" fmla="*/ 6914368 w 7918980"/>
              <a:gd name="connsiteY171" fmla="*/ 6857998 h 6858000"/>
              <a:gd name="connsiteX172" fmla="*/ 7549620 w 7918980"/>
              <a:gd name="connsiteY172" fmla="*/ 6857998 h 6858000"/>
              <a:gd name="connsiteX173" fmla="*/ 7918980 w 7918980"/>
              <a:gd name="connsiteY173" fmla="*/ 6857998 h 6858000"/>
              <a:gd name="connsiteX174" fmla="*/ 7918980 w 7918980"/>
              <a:gd name="connsiteY174" fmla="*/ 6858000 h 6858000"/>
              <a:gd name="connsiteX175" fmla="*/ 7549620 w 7918980"/>
              <a:gd name="connsiteY175" fmla="*/ 6858000 h 6858000"/>
              <a:gd name="connsiteX176" fmla="*/ 6658851 w 7918980"/>
              <a:gd name="connsiteY176" fmla="*/ 6858000 h 6858000"/>
              <a:gd name="connsiteX177" fmla="*/ 2092387 w 7918980"/>
              <a:gd name="connsiteY177" fmla="*/ 6858000 h 6858000"/>
              <a:gd name="connsiteX178" fmla="*/ 1822980 w 7918980"/>
              <a:gd name="connsiteY178" fmla="*/ 6858000 h 6858000"/>
              <a:gd name="connsiteX179" fmla="*/ 727500 w 7918980"/>
              <a:gd name="connsiteY179" fmla="*/ 6858000 h 6858000"/>
              <a:gd name="connsiteX180" fmla="*/ 504457 w 7918980"/>
              <a:gd name="connsiteY180" fmla="*/ 6858000 h 6858000"/>
              <a:gd name="connsiteX181" fmla="*/ 0 w 7918980"/>
              <a:gd name="connsiteY181" fmla="*/ 6858000 h 6858000"/>
              <a:gd name="connsiteX182" fmla="*/ 0 w 7918980"/>
              <a:gd name="connsiteY182" fmla="*/ 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7007460 w 7918980"/>
              <a:gd name="connsiteY67" fmla="*/ 1945112 h 6858000"/>
              <a:gd name="connsiteX68" fmla="*/ 6949577 w 7918980"/>
              <a:gd name="connsiteY68" fmla="*/ 2024270 h 6858000"/>
              <a:gd name="connsiteX69" fmla="*/ 6942508 w 7918980"/>
              <a:gd name="connsiteY69" fmla="*/ 2107942 h 6858000"/>
              <a:gd name="connsiteX70" fmla="*/ 6933336 w 7918980"/>
              <a:gd name="connsiteY70" fmla="*/ 2193455 h 6858000"/>
              <a:gd name="connsiteX71" fmla="*/ 6927972 w 7918980"/>
              <a:gd name="connsiteY71" fmla="*/ 2260088 h 6858000"/>
              <a:gd name="connsiteX72" fmla="*/ 6909058 w 7918980"/>
              <a:gd name="connsiteY72" fmla="*/ 2296008 h 6858000"/>
              <a:gd name="connsiteX73" fmla="*/ 6901810 w 7918980"/>
              <a:gd name="connsiteY73" fmla="*/ 2305564 h 6858000"/>
              <a:gd name="connsiteX74" fmla="*/ 6904482 w 7918980"/>
              <a:gd name="connsiteY74" fmla="*/ 2320214 h 6858000"/>
              <a:gd name="connsiteX75" fmla="*/ 6891885 w 7918980"/>
              <a:gd name="connsiteY75" fmla="*/ 2417011 h 6858000"/>
              <a:gd name="connsiteX76" fmla="*/ 6884970 w 7918980"/>
              <a:gd name="connsiteY76" fmla="*/ 2454207 h 6858000"/>
              <a:gd name="connsiteX77" fmla="*/ 6882954 w 7918980"/>
              <a:gd name="connsiteY77" fmla="*/ 2487203 h 6858000"/>
              <a:gd name="connsiteX78" fmla="*/ 6871484 w 7918980"/>
              <a:gd name="connsiteY78" fmla="*/ 2512282 h 6858000"/>
              <a:gd name="connsiteX79" fmla="*/ 6872496 w 7918980"/>
              <a:gd name="connsiteY79" fmla="*/ 2514318 h 6858000"/>
              <a:gd name="connsiteX80" fmla="*/ 6898111 w 7918980"/>
              <a:gd name="connsiteY80" fmla="*/ 2574334 h 6858000"/>
              <a:gd name="connsiteX81" fmla="*/ 6897017 w 7918980"/>
              <a:gd name="connsiteY81" fmla="*/ 2579877 h 6858000"/>
              <a:gd name="connsiteX82" fmla="*/ 6897171 w 7918980"/>
              <a:gd name="connsiteY82" fmla="*/ 2608928 h 6858000"/>
              <a:gd name="connsiteX83" fmla="*/ 6896584 w 7918980"/>
              <a:gd name="connsiteY83" fmla="*/ 2613111 h 6858000"/>
              <a:gd name="connsiteX84" fmla="*/ 6888164 w 7918980"/>
              <a:gd name="connsiteY84" fmla="*/ 2621996 h 6858000"/>
              <a:gd name="connsiteX85" fmla="*/ 6890652 w 7918980"/>
              <a:gd name="connsiteY85" fmla="*/ 2634265 h 6858000"/>
              <a:gd name="connsiteX86" fmla="*/ 6882034 w 7918980"/>
              <a:gd name="connsiteY86" fmla="*/ 2647237 h 6858000"/>
              <a:gd name="connsiteX87" fmla="*/ 6888195 w 7918980"/>
              <a:gd name="connsiteY87" fmla="*/ 2650786 h 6858000"/>
              <a:gd name="connsiteX88" fmla="*/ 6894052 w 7918980"/>
              <a:gd name="connsiteY88" fmla="*/ 2661993 h 6858000"/>
              <a:gd name="connsiteX89" fmla="*/ 6885953 w 7918980"/>
              <a:gd name="connsiteY89" fmla="*/ 2670949 h 6858000"/>
              <a:gd name="connsiteX90" fmla="*/ 6880156 w 7918980"/>
              <a:gd name="connsiteY90" fmla="*/ 2690255 h 6858000"/>
              <a:gd name="connsiteX91" fmla="*/ 6881009 w 7918980"/>
              <a:gd name="connsiteY91" fmla="*/ 2695683 h 6858000"/>
              <a:gd name="connsiteX92" fmla="*/ 6870001 w 7918980"/>
              <a:gd name="connsiteY92" fmla="*/ 2713964 h 6858000"/>
              <a:gd name="connsiteX93" fmla="*/ 6864441 w 7918980"/>
              <a:gd name="connsiteY93" fmla="*/ 2730175 h 6858000"/>
              <a:gd name="connsiteX94" fmla="*/ 6875107 w 7918980"/>
              <a:gd name="connsiteY94" fmla="*/ 2763497 h 6858000"/>
              <a:gd name="connsiteX95" fmla="*/ 6837349 w 7918980"/>
              <a:gd name="connsiteY95" fmla="*/ 3051539 h 6858000"/>
              <a:gd name="connsiteX96" fmla="*/ 6835698 w 7918980"/>
              <a:gd name="connsiteY96" fmla="*/ 3060333 h 6858000"/>
              <a:gd name="connsiteX97" fmla="*/ 6837785 w 7918980"/>
              <a:gd name="connsiteY97" fmla="*/ 3065434 h 6858000"/>
              <a:gd name="connsiteX98" fmla="*/ 6834476 w 7918980"/>
              <a:gd name="connsiteY98" fmla="*/ 3066836 h 6858000"/>
              <a:gd name="connsiteX99" fmla="*/ 6831096 w 7918980"/>
              <a:gd name="connsiteY99" fmla="*/ 3084834 h 6858000"/>
              <a:gd name="connsiteX100" fmla="*/ 6831305 w 7918980"/>
              <a:gd name="connsiteY100" fmla="*/ 3097259 h 6858000"/>
              <a:gd name="connsiteX101" fmla="*/ 6828050 w 7918980"/>
              <a:gd name="connsiteY101" fmla="*/ 3101053 h 6858000"/>
              <a:gd name="connsiteX102" fmla="*/ 6827093 w 7918980"/>
              <a:gd name="connsiteY102" fmla="*/ 3106151 h 6858000"/>
              <a:gd name="connsiteX103" fmla="*/ 6833251 w 7918980"/>
              <a:gd name="connsiteY103" fmla="*/ 3116747 h 6858000"/>
              <a:gd name="connsiteX104" fmla="*/ 6825921 w 7918980"/>
              <a:gd name="connsiteY104" fmla="*/ 3151828 h 6858000"/>
              <a:gd name="connsiteX105" fmla="*/ 6825863 w 7918980"/>
              <a:gd name="connsiteY105" fmla="*/ 3180546 h 6858000"/>
              <a:gd name="connsiteX106" fmla="*/ 6839691 w 7918980"/>
              <a:gd name="connsiteY106" fmla="*/ 3258677 h 6858000"/>
              <a:gd name="connsiteX107" fmla="*/ 6840898 w 7918980"/>
              <a:gd name="connsiteY107" fmla="*/ 3262610 h 6858000"/>
              <a:gd name="connsiteX108" fmla="*/ 6834652 w 7918980"/>
              <a:gd name="connsiteY108" fmla="*/ 3277179 h 6858000"/>
              <a:gd name="connsiteX109" fmla="*/ 6832324 w 7918980"/>
              <a:gd name="connsiteY109" fmla="*/ 3278130 h 6858000"/>
              <a:gd name="connsiteX110" fmla="*/ 6849750 w 7918980"/>
              <a:gd name="connsiteY110" fmla="*/ 3325671 h 6858000"/>
              <a:gd name="connsiteX111" fmla="*/ 6847551 w 7918980"/>
              <a:gd name="connsiteY111" fmla="*/ 3332072 h 6858000"/>
              <a:gd name="connsiteX112" fmla="*/ 6864685 w 7918980"/>
              <a:gd name="connsiteY112" fmla="*/ 3362948 h 6858000"/>
              <a:gd name="connsiteX113" fmla="*/ 6870457 w 7918980"/>
              <a:gd name="connsiteY113" fmla="*/ 3378959 h 6858000"/>
              <a:gd name="connsiteX114" fmla="*/ 6883738 w 7918980"/>
              <a:gd name="connsiteY114" fmla="*/ 3407057 h 6858000"/>
              <a:gd name="connsiteX115" fmla="*/ 6881948 w 7918980"/>
              <a:gd name="connsiteY115" fmla="*/ 3409825 h 6858000"/>
              <a:gd name="connsiteX116" fmla="*/ 6885647 w 7918980"/>
              <a:gd name="connsiteY116" fmla="*/ 3415218 h 6858000"/>
              <a:gd name="connsiteX117" fmla="*/ 6883908 w 7918980"/>
              <a:gd name="connsiteY117" fmla="*/ 3419880 h 6858000"/>
              <a:gd name="connsiteX118" fmla="*/ 6885903 w 7918980"/>
              <a:gd name="connsiteY118" fmla="*/ 3424545 h 6858000"/>
              <a:gd name="connsiteX119" fmla="*/ 6887603 w 7918980"/>
              <a:gd name="connsiteY119" fmla="*/ 3476412 h 6858000"/>
              <a:gd name="connsiteX120" fmla="*/ 6892664 w 7918980"/>
              <a:gd name="connsiteY120" fmla="*/ 3486850 h 6858000"/>
              <a:gd name="connsiteX121" fmla="*/ 6886319 w 7918980"/>
              <a:gd name="connsiteY121" fmla="*/ 3496391 h 6858000"/>
              <a:gd name="connsiteX122" fmla="*/ 6893119 w 7918980"/>
              <a:gd name="connsiteY122" fmla="*/ 3531201 h 6858000"/>
              <a:gd name="connsiteX123" fmla="*/ 6902876 w 7918980"/>
              <a:gd name="connsiteY123" fmla="*/ 3542019 h 6858000"/>
              <a:gd name="connsiteX124" fmla="*/ 6910520 w 7918980"/>
              <a:gd name="connsiteY124" fmla="*/ 3552249 h 6858000"/>
              <a:gd name="connsiteX125" fmla="*/ 6910882 w 7918980"/>
              <a:gd name="connsiteY125" fmla="*/ 3553678 h 6858000"/>
              <a:gd name="connsiteX126" fmla="*/ 6914489 w 7918980"/>
              <a:gd name="connsiteY126" fmla="*/ 3568021 h 6858000"/>
              <a:gd name="connsiteX127" fmla="*/ 6914914 w 7918980"/>
              <a:gd name="connsiteY127" fmla="*/ 3569719 h 6858000"/>
              <a:gd name="connsiteX128" fmla="*/ 6912342 w 7918980"/>
              <a:gd name="connsiteY128" fmla="*/ 3586412 h 6858000"/>
              <a:gd name="connsiteX129" fmla="*/ 6915338 w 7918980"/>
              <a:gd name="connsiteY129" fmla="*/ 3597336 h 6858000"/>
              <a:gd name="connsiteX130" fmla="*/ 6907234 w 7918980"/>
              <a:gd name="connsiteY130" fmla="*/ 3606007 h 6858000"/>
              <a:gd name="connsiteX131" fmla="*/ 6907261 w 7918980"/>
              <a:gd name="connsiteY131" fmla="*/ 3641228 h 6858000"/>
              <a:gd name="connsiteX132" fmla="*/ 6914828 w 7918980"/>
              <a:gd name="connsiteY132" fmla="*/ 3653088 h 6858000"/>
              <a:gd name="connsiteX133" fmla="*/ 6920416 w 7918980"/>
              <a:gd name="connsiteY133" fmla="*/ 3664114 h 6858000"/>
              <a:gd name="connsiteX134" fmla="*/ 6920498 w 7918980"/>
              <a:gd name="connsiteY134" fmla="*/ 3665569 h 6858000"/>
              <a:gd name="connsiteX135" fmla="*/ 6922809 w 7918980"/>
              <a:gd name="connsiteY135" fmla="*/ 3707357 h 6858000"/>
              <a:gd name="connsiteX136" fmla="*/ 6937676 w 7918980"/>
              <a:gd name="connsiteY136" fmla="*/ 3778166 h 6858000"/>
              <a:gd name="connsiteX137" fmla="*/ 6958359 w 7918980"/>
              <a:gd name="connsiteY137" fmla="*/ 3878222 h 6858000"/>
              <a:gd name="connsiteX138" fmla="*/ 6953118 w 7918980"/>
              <a:gd name="connsiteY138" fmla="*/ 4048117 h 6858000"/>
              <a:gd name="connsiteX139" fmla="*/ 6913020 w 7918980"/>
              <a:gd name="connsiteY139" fmla="*/ 4219510 h 6858000"/>
              <a:gd name="connsiteX140" fmla="*/ 6915792 w 7918980"/>
              <a:gd name="connsiteY140" fmla="*/ 4411258 h 6858000"/>
              <a:gd name="connsiteX141" fmla="*/ 6907579 w 7918980"/>
              <a:gd name="connsiteY141" fmla="*/ 4488531 h 6858000"/>
              <a:gd name="connsiteX142" fmla="*/ 6907052 w 7918980"/>
              <a:gd name="connsiteY142" fmla="*/ 4539168 h 6858000"/>
              <a:gd name="connsiteX143" fmla="*/ 6891916 w 7918980"/>
              <a:gd name="connsiteY143" fmla="*/ 4625153 h 6858000"/>
              <a:gd name="connsiteX144" fmla="*/ 6882094 w 7918980"/>
              <a:gd name="connsiteY144" fmla="*/ 4733115 h 6858000"/>
              <a:gd name="connsiteX145" fmla="*/ 6860189 w 7918980"/>
              <a:gd name="connsiteY145" fmla="*/ 4844323 h 6858000"/>
              <a:gd name="connsiteX146" fmla="*/ 6843618 w 7918980"/>
              <a:gd name="connsiteY146" fmla="*/ 4877992 h 6858000"/>
              <a:gd name="connsiteX147" fmla="*/ 6829393 w 7918980"/>
              <a:gd name="connsiteY147" fmla="*/ 4925805 h 6858000"/>
              <a:gd name="connsiteX148" fmla="*/ 6794017 w 7918980"/>
              <a:gd name="connsiteY148" fmla="*/ 5009272 h 6858000"/>
              <a:gd name="connsiteX149" fmla="*/ 6786085 w 7918980"/>
              <a:gd name="connsiteY149" fmla="*/ 5111369 h 6858000"/>
              <a:gd name="connsiteX150" fmla="*/ 6799321 w 7918980"/>
              <a:gd name="connsiteY150" fmla="*/ 5210876 h 6858000"/>
              <a:gd name="connsiteX151" fmla="*/ 6803597 w 7918980"/>
              <a:gd name="connsiteY151" fmla="*/ 5269726 h 6858000"/>
              <a:gd name="connsiteX152" fmla="*/ 6820713 w 7918980"/>
              <a:gd name="connsiteY152" fmla="*/ 5464225 h 6858000"/>
              <a:gd name="connsiteX153" fmla="*/ 6824380 w 7918980"/>
              <a:gd name="connsiteY153" fmla="*/ 5594585 h 6858000"/>
              <a:gd name="connsiteX154" fmla="*/ 6806680 w 7918980"/>
              <a:gd name="connsiteY154" fmla="*/ 5667896 h 6858000"/>
              <a:gd name="connsiteX155" fmla="*/ 6791486 w 7918980"/>
              <a:gd name="connsiteY155" fmla="*/ 5769225 h 6858000"/>
              <a:gd name="connsiteX156" fmla="*/ 6792745 w 7918980"/>
              <a:gd name="connsiteY156" fmla="*/ 5823324 h 6858000"/>
              <a:gd name="connsiteX157" fmla="*/ 6789109 w 7918980"/>
              <a:gd name="connsiteY157" fmla="*/ 5862699 h 6858000"/>
              <a:gd name="connsiteX158" fmla="*/ 6793675 w 7918980"/>
              <a:gd name="connsiteY158" fmla="*/ 5906467 h 6858000"/>
              <a:gd name="connsiteX159" fmla="*/ 6814548 w 7918980"/>
              <a:gd name="connsiteY159" fmla="*/ 5939847 h 6858000"/>
              <a:gd name="connsiteX160" fmla="*/ 6809795 w 7918980"/>
              <a:gd name="connsiteY160" fmla="*/ 5973994 h 6858000"/>
              <a:gd name="connsiteX161" fmla="*/ 6810756 w 7918980"/>
              <a:gd name="connsiteY161" fmla="*/ 6089693 h 6858000"/>
              <a:gd name="connsiteX162" fmla="*/ 6814601 w 7918980"/>
              <a:gd name="connsiteY162" fmla="*/ 6224938 h 6858000"/>
              <a:gd name="connsiteX163" fmla="*/ 6840137 w 7918980"/>
              <a:gd name="connsiteY163" fmla="*/ 6370251 h 6858000"/>
              <a:gd name="connsiteX164" fmla="*/ 6863777 w 7918980"/>
              <a:gd name="connsiteY164" fmla="*/ 6541313 h 6858000"/>
              <a:gd name="connsiteX165" fmla="*/ 6868355 w 7918980"/>
              <a:gd name="connsiteY165" fmla="*/ 6640957 h 6858000"/>
              <a:gd name="connsiteX166" fmla="*/ 6881422 w 7918980"/>
              <a:gd name="connsiteY166" fmla="*/ 6705297 h 6858000"/>
              <a:gd name="connsiteX167" fmla="*/ 6894105 w 7918980"/>
              <a:gd name="connsiteY167" fmla="*/ 6759582 h 6858000"/>
              <a:gd name="connsiteX168" fmla="*/ 6892152 w 7918980"/>
              <a:gd name="connsiteY168" fmla="*/ 6817746 h 6858000"/>
              <a:gd name="connsiteX169" fmla="*/ 6895302 w 7918980"/>
              <a:gd name="connsiteY169" fmla="*/ 6843646 h 6858000"/>
              <a:gd name="connsiteX170" fmla="*/ 6914368 w 7918980"/>
              <a:gd name="connsiteY170" fmla="*/ 6857998 h 6858000"/>
              <a:gd name="connsiteX171" fmla="*/ 7549620 w 7918980"/>
              <a:gd name="connsiteY171" fmla="*/ 6857998 h 6858000"/>
              <a:gd name="connsiteX172" fmla="*/ 7918980 w 7918980"/>
              <a:gd name="connsiteY172" fmla="*/ 6857998 h 6858000"/>
              <a:gd name="connsiteX173" fmla="*/ 7918980 w 7918980"/>
              <a:gd name="connsiteY173" fmla="*/ 6858000 h 6858000"/>
              <a:gd name="connsiteX174" fmla="*/ 7549620 w 7918980"/>
              <a:gd name="connsiteY174" fmla="*/ 6858000 h 6858000"/>
              <a:gd name="connsiteX175" fmla="*/ 6658851 w 7918980"/>
              <a:gd name="connsiteY175" fmla="*/ 6858000 h 6858000"/>
              <a:gd name="connsiteX176" fmla="*/ 2092387 w 7918980"/>
              <a:gd name="connsiteY176" fmla="*/ 6858000 h 6858000"/>
              <a:gd name="connsiteX177" fmla="*/ 1822980 w 7918980"/>
              <a:gd name="connsiteY177" fmla="*/ 6858000 h 6858000"/>
              <a:gd name="connsiteX178" fmla="*/ 727500 w 7918980"/>
              <a:gd name="connsiteY178" fmla="*/ 6858000 h 6858000"/>
              <a:gd name="connsiteX179" fmla="*/ 504457 w 7918980"/>
              <a:gd name="connsiteY179" fmla="*/ 6858000 h 6858000"/>
              <a:gd name="connsiteX180" fmla="*/ 0 w 7918980"/>
              <a:gd name="connsiteY180" fmla="*/ 6858000 h 6858000"/>
              <a:gd name="connsiteX181" fmla="*/ 0 w 7918980"/>
              <a:gd name="connsiteY181" fmla="*/ 0 h 6858000"/>
              <a:gd name="connsiteX0" fmla="*/ 0 w 7918980"/>
              <a:gd name="connsiteY0" fmla="*/ 0 h 6858000"/>
              <a:gd name="connsiteX1" fmla="*/ 504457 w 7918980"/>
              <a:gd name="connsiteY1" fmla="*/ 0 h 6858000"/>
              <a:gd name="connsiteX2" fmla="*/ 727500 w 7918980"/>
              <a:gd name="connsiteY2" fmla="*/ 0 h 6858000"/>
              <a:gd name="connsiteX3" fmla="*/ 1822980 w 7918980"/>
              <a:gd name="connsiteY3" fmla="*/ 0 h 6858000"/>
              <a:gd name="connsiteX4" fmla="*/ 2092387 w 7918980"/>
              <a:gd name="connsiteY4" fmla="*/ 0 h 6858000"/>
              <a:gd name="connsiteX5" fmla="*/ 7076514 w 7918980"/>
              <a:gd name="connsiteY5" fmla="*/ 0 h 6858000"/>
              <a:gd name="connsiteX6" fmla="*/ 7264525 w 7918980"/>
              <a:gd name="connsiteY6" fmla="*/ 0 h 6858000"/>
              <a:gd name="connsiteX7" fmla="*/ 7390497 w 7918980"/>
              <a:gd name="connsiteY7" fmla="*/ 0 h 6858000"/>
              <a:gd name="connsiteX8" fmla="*/ 7389918 w 7918980"/>
              <a:gd name="connsiteY8" fmla="*/ 1705 h 6858000"/>
              <a:gd name="connsiteX9" fmla="*/ 7374574 w 7918980"/>
              <a:gd name="connsiteY9" fmla="*/ 17287 h 6858000"/>
              <a:gd name="connsiteX10" fmla="*/ 7368621 w 7918980"/>
              <a:gd name="connsiteY10" fmla="*/ 130336 h 6858000"/>
              <a:gd name="connsiteX11" fmla="*/ 7361269 w 7918980"/>
              <a:gd name="connsiteY11" fmla="*/ 187093 h 6858000"/>
              <a:gd name="connsiteX12" fmla="*/ 7368770 w 7918980"/>
              <a:gd name="connsiteY12" fmla="*/ 265704 h 6858000"/>
              <a:gd name="connsiteX13" fmla="*/ 7365293 w 7918980"/>
              <a:gd name="connsiteY13" fmla="*/ 354566 h 6858000"/>
              <a:gd name="connsiteX14" fmla="*/ 7347106 w 7918980"/>
              <a:gd name="connsiteY14" fmla="*/ 472000 h 6858000"/>
              <a:gd name="connsiteX15" fmla="*/ 7345150 w 7918980"/>
              <a:gd name="connsiteY15" fmla="*/ 473782 h 6858000"/>
              <a:gd name="connsiteX16" fmla="*/ 7344778 w 7918980"/>
              <a:gd name="connsiteY16" fmla="*/ 491380 h 6858000"/>
              <a:gd name="connsiteX17" fmla="*/ 7359399 w 7918980"/>
              <a:gd name="connsiteY17" fmla="*/ 531675 h 6858000"/>
              <a:gd name="connsiteX18" fmla="*/ 7356415 w 7918980"/>
              <a:gd name="connsiteY18" fmla="*/ 536015 h 6858000"/>
              <a:gd name="connsiteX19" fmla="*/ 7361068 w 7918980"/>
              <a:gd name="connsiteY19" fmla="*/ 572092 h 6858000"/>
              <a:gd name="connsiteX20" fmla="*/ 7359041 w 7918980"/>
              <a:gd name="connsiteY20" fmla="*/ 572511 h 6858000"/>
              <a:gd name="connsiteX21" fmla="*/ 7351198 w 7918980"/>
              <a:gd name="connsiteY21" fmla="*/ 582332 h 6858000"/>
              <a:gd name="connsiteX22" fmla="*/ 7340991 w 7918980"/>
              <a:gd name="connsiteY22" fmla="*/ 601285 h 6858000"/>
              <a:gd name="connsiteX23" fmla="*/ 7296154 w 7918980"/>
              <a:gd name="connsiteY23" fmla="*/ 681608 h 6858000"/>
              <a:gd name="connsiteX24" fmla="*/ 7295943 w 7918980"/>
              <a:gd name="connsiteY24" fmla="*/ 689151 h 6858000"/>
              <a:gd name="connsiteX25" fmla="*/ 7295465 w 7918980"/>
              <a:gd name="connsiteY25" fmla="*/ 689289 h 6858000"/>
              <a:gd name="connsiteX26" fmla="*/ 7294306 w 7918980"/>
              <a:gd name="connsiteY26" fmla="*/ 697222 h 6858000"/>
              <a:gd name="connsiteX27" fmla="*/ 7295144 w 7918980"/>
              <a:gd name="connsiteY27" fmla="*/ 717531 h 6858000"/>
              <a:gd name="connsiteX28" fmla="*/ 7291871 w 7918980"/>
              <a:gd name="connsiteY28" fmla="*/ 722494 h 6858000"/>
              <a:gd name="connsiteX29" fmla="*/ 7286061 w 7918980"/>
              <a:gd name="connsiteY29" fmla="*/ 724368 h 6858000"/>
              <a:gd name="connsiteX30" fmla="*/ 7269961 w 7918980"/>
              <a:gd name="connsiteY30" fmla="*/ 752692 h 6858000"/>
              <a:gd name="connsiteX31" fmla="*/ 7240170 w 7918980"/>
              <a:gd name="connsiteY31" fmla="*/ 816346 h 6858000"/>
              <a:gd name="connsiteX32" fmla="*/ 7211938 w 7918980"/>
              <a:gd name="connsiteY32" fmla="*/ 889417 h 6858000"/>
              <a:gd name="connsiteX33" fmla="*/ 7130024 w 7918980"/>
              <a:gd name="connsiteY33" fmla="*/ 1063288 h 6858000"/>
              <a:gd name="connsiteX34" fmla="*/ 7126817 w 7918980"/>
              <a:gd name="connsiteY34" fmla="*/ 1157176 h 6858000"/>
              <a:gd name="connsiteX35" fmla="*/ 7109474 w 7918980"/>
              <a:gd name="connsiteY35" fmla="*/ 1210776 h 6858000"/>
              <a:gd name="connsiteX36" fmla="*/ 7105443 w 7918980"/>
              <a:gd name="connsiteY36" fmla="*/ 1301993 h 6858000"/>
              <a:gd name="connsiteX37" fmla="*/ 7075215 w 7918980"/>
              <a:gd name="connsiteY37" fmla="*/ 1360879 h 6858000"/>
              <a:gd name="connsiteX38" fmla="*/ 7067477 w 7918980"/>
              <a:gd name="connsiteY38" fmla="*/ 1404045 h 6858000"/>
              <a:gd name="connsiteX39" fmla="*/ 7046803 w 7918980"/>
              <a:gd name="connsiteY39" fmla="*/ 1429568 h 6858000"/>
              <a:gd name="connsiteX40" fmla="*/ 7047831 w 7918980"/>
              <a:gd name="connsiteY40" fmla="*/ 1430305 h 6858000"/>
              <a:gd name="connsiteX41" fmla="*/ 7035374 w 7918980"/>
              <a:gd name="connsiteY41" fmla="*/ 1463304 h 6858000"/>
              <a:gd name="connsiteX42" fmla="*/ 7032938 w 7918980"/>
              <a:gd name="connsiteY42" fmla="*/ 1514846 h 6858000"/>
              <a:gd name="connsiteX43" fmla="*/ 7029397 w 7918980"/>
              <a:gd name="connsiteY43" fmla="*/ 1519731 h 6858000"/>
              <a:gd name="connsiteX44" fmla="*/ 7029620 w 7918980"/>
              <a:gd name="connsiteY44" fmla="*/ 1519929 h 6858000"/>
              <a:gd name="connsiteX45" fmla="*/ 7030612 w 7918980"/>
              <a:gd name="connsiteY45" fmla="*/ 1546022 h 6858000"/>
              <a:gd name="connsiteX46" fmla="*/ 7035010 w 7918980"/>
              <a:gd name="connsiteY46" fmla="*/ 1578752 h 6858000"/>
              <a:gd name="connsiteX47" fmla="*/ 7026513 w 7918980"/>
              <a:gd name="connsiteY47" fmla="*/ 1647555 h 6858000"/>
              <a:gd name="connsiteX48" fmla="*/ 7013857 w 7918980"/>
              <a:gd name="connsiteY48" fmla="*/ 1715685 h 6858000"/>
              <a:gd name="connsiteX49" fmla="*/ 7007215 w 7918980"/>
              <a:gd name="connsiteY49" fmla="*/ 1740358 h 6858000"/>
              <a:gd name="connsiteX50" fmla="*/ 7004455 w 7918980"/>
              <a:gd name="connsiteY50" fmla="*/ 1784314 h 6858000"/>
              <a:gd name="connsiteX51" fmla="*/ 7008825 w 7918980"/>
              <a:gd name="connsiteY51" fmla="*/ 1804434 h 6858000"/>
              <a:gd name="connsiteX52" fmla="*/ 7008048 w 7918980"/>
              <a:gd name="connsiteY52" fmla="*/ 1805316 h 6858000"/>
              <a:gd name="connsiteX53" fmla="*/ 7011573 w 7918980"/>
              <a:gd name="connsiteY53" fmla="*/ 1807109 h 6858000"/>
              <a:gd name="connsiteX54" fmla="*/ 7008900 w 7918980"/>
              <a:gd name="connsiteY54" fmla="*/ 1821003 h 6858000"/>
              <a:gd name="connsiteX55" fmla="*/ 7006523 w 7918980"/>
              <a:gd name="connsiteY55" fmla="*/ 1824832 h 6858000"/>
              <a:gd name="connsiteX56" fmla="*/ 7005215 w 7918980"/>
              <a:gd name="connsiteY56" fmla="*/ 1830429 h 6858000"/>
              <a:gd name="connsiteX57" fmla="*/ 7005505 w 7918980"/>
              <a:gd name="connsiteY57" fmla="*/ 1830569 h 6858000"/>
              <a:gd name="connsiteX58" fmla="*/ 7003643 w 7918980"/>
              <a:gd name="connsiteY58" fmla="*/ 1835810 h 6858000"/>
              <a:gd name="connsiteX59" fmla="*/ 6990432 w 7918980"/>
              <a:gd name="connsiteY59" fmla="*/ 1861483 h 6858000"/>
              <a:gd name="connsiteX60" fmla="*/ 6997246 w 7918980"/>
              <a:gd name="connsiteY60" fmla="*/ 1892417 h 6858000"/>
              <a:gd name="connsiteX61" fmla="*/ 7012242 w 7918980"/>
              <a:gd name="connsiteY61" fmla="*/ 1895114 h 6858000"/>
              <a:gd name="connsiteX62" fmla="*/ 7010080 w 7918980"/>
              <a:gd name="connsiteY62" fmla="*/ 1899379 h 6858000"/>
              <a:gd name="connsiteX63" fmla="*/ 7003451 w 7918980"/>
              <a:gd name="connsiteY63" fmla="*/ 1907867 h 6858000"/>
              <a:gd name="connsiteX64" fmla="*/ 7004341 w 7918980"/>
              <a:gd name="connsiteY64" fmla="*/ 1910265 h 6858000"/>
              <a:gd name="connsiteX65" fmla="*/ 7001248 w 7918980"/>
              <a:gd name="connsiteY65" fmla="*/ 1935584 h 6858000"/>
              <a:gd name="connsiteX66" fmla="*/ 7006599 w 7918980"/>
              <a:gd name="connsiteY66" fmla="*/ 1942021 h 6858000"/>
              <a:gd name="connsiteX67" fmla="*/ 6985020 w 7918980"/>
              <a:gd name="connsiteY67" fmla="*/ 1967551 h 6858000"/>
              <a:gd name="connsiteX68" fmla="*/ 6949577 w 7918980"/>
              <a:gd name="connsiteY68" fmla="*/ 2024270 h 6858000"/>
              <a:gd name="connsiteX69" fmla="*/ 6942508 w 7918980"/>
              <a:gd name="connsiteY69" fmla="*/ 2107942 h 6858000"/>
              <a:gd name="connsiteX70" fmla="*/ 6933336 w 7918980"/>
              <a:gd name="connsiteY70" fmla="*/ 2193455 h 6858000"/>
              <a:gd name="connsiteX71" fmla="*/ 6927972 w 7918980"/>
              <a:gd name="connsiteY71" fmla="*/ 2260088 h 6858000"/>
              <a:gd name="connsiteX72" fmla="*/ 6909058 w 7918980"/>
              <a:gd name="connsiteY72" fmla="*/ 2296008 h 6858000"/>
              <a:gd name="connsiteX73" fmla="*/ 6901810 w 7918980"/>
              <a:gd name="connsiteY73" fmla="*/ 2305564 h 6858000"/>
              <a:gd name="connsiteX74" fmla="*/ 6904482 w 7918980"/>
              <a:gd name="connsiteY74" fmla="*/ 2320214 h 6858000"/>
              <a:gd name="connsiteX75" fmla="*/ 6891885 w 7918980"/>
              <a:gd name="connsiteY75" fmla="*/ 2417011 h 6858000"/>
              <a:gd name="connsiteX76" fmla="*/ 6884970 w 7918980"/>
              <a:gd name="connsiteY76" fmla="*/ 2454207 h 6858000"/>
              <a:gd name="connsiteX77" fmla="*/ 6882954 w 7918980"/>
              <a:gd name="connsiteY77" fmla="*/ 2487203 h 6858000"/>
              <a:gd name="connsiteX78" fmla="*/ 6871484 w 7918980"/>
              <a:gd name="connsiteY78" fmla="*/ 2512282 h 6858000"/>
              <a:gd name="connsiteX79" fmla="*/ 6872496 w 7918980"/>
              <a:gd name="connsiteY79" fmla="*/ 2514318 h 6858000"/>
              <a:gd name="connsiteX80" fmla="*/ 6898111 w 7918980"/>
              <a:gd name="connsiteY80" fmla="*/ 2574334 h 6858000"/>
              <a:gd name="connsiteX81" fmla="*/ 6897017 w 7918980"/>
              <a:gd name="connsiteY81" fmla="*/ 2579877 h 6858000"/>
              <a:gd name="connsiteX82" fmla="*/ 6897171 w 7918980"/>
              <a:gd name="connsiteY82" fmla="*/ 2608928 h 6858000"/>
              <a:gd name="connsiteX83" fmla="*/ 6896584 w 7918980"/>
              <a:gd name="connsiteY83" fmla="*/ 2613111 h 6858000"/>
              <a:gd name="connsiteX84" fmla="*/ 6888164 w 7918980"/>
              <a:gd name="connsiteY84" fmla="*/ 2621996 h 6858000"/>
              <a:gd name="connsiteX85" fmla="*/ 6890652 w 7918980"/>
              <a:gd name="connsiteY85" fmla="*/ 2634265 h 6858000"/>
              <a:gd name="connsiteX86" fmla="*/ 6882034 w 7918980"/>
              <a:gd name="connsiteY86" fmla="*/ 2647237 h 6858000"/>
              <a:gd name="connsiteX87" fmla="*/ 6888195 w 7918980"/>
              <a:gd name="connsiteY87" fmla="*/ 2650786 h 6858000"/>
              <a:gd name="connsiteX88" fmla="*/ 6894052 w 7918980"/>
              <a:gd name="connsiteY88" fmla="*/ 2661993 h 6858000"/>
              <a:gd name="connsiteX89" fmla="*/ 6885953 w 7918980"/>
              <a:gd name="connsiteY89" fmla="*/ 2670949 h 6858000"/>
              <a:gd name="connsiteX90" fmla="*/ 6880156 w 7918980"/>
              <a:gd name="connsiteY90" fmla="*/ 2690255 h 6858000"/>
              <a:gd name="connsiteX91" fmla="*/ 6881009 w 7918980"/>
              <a:gd name="connsiteY91" fmla="*/ 2695683 h 6858000"/>
              <a:gd name="connsiteX92" fmla="*/ 6870001 w 7918980"/>
              <a:gd name="connsiteY92" fmla="*/ 2713964 h 6858000"/>
              <a:gd name="connsiteX93" fmla="*/ 6864441 w 7918980"/>
              <a:gd name="connsiteY93" fmla="*/ 2730175 h 6858000"/>
              <a:gd name="connsiteX94" fmla="*/ 6875107 w 7918980"/>
              <a:gd name="connsiteY94" fmla="*/ 2763497 h 6858000"/>
              <a:gd name="connsiteX95" fmla="*/ 6837349 w 7918980"/>
              <a:gd name="connsiteY95" fmla="*/ 3051539 h 6858000"/>
              <a:gd name="connsiteX96" fmla="*/ 6835698 w 7918980"/>
              <a:gd name="connsiteY96" fmla="*/ 3060333 h 6858000"/>
              <a:gd name="connsiteX97" fmla="*/ 6837785 w 7918980"/>
              <a:gd name="connsiteY97" fmla="*/ 3065434 h 6858000"/>
              <a:gd name="connsiteX98" fmla="*/ 6834476 w 7918980"/>
              <a:gd name="connsiteY98" fmla="*/ 3066836 h 6858000"/>
              <a:gd name="connsiteX99" fmla="*/ 6831096 w 7918980"/>
              <a:gd name="connsiteY99" fmla="*/ 3084834 h 6858000"/>
              <a:gd name="connsiteX100" fmla="*/ 6831305 w 7918980"/>
              <a:gd name="connsiteY100" fmla="*/ 3097259 h 6858000"/>
              <a:gd name="connsiteX101" fmla="*/ 6828050 w 7918980"/>
              <a:gd name="connsiteY101" fmla="*/ 3101053 h 6858000"/>
              <a:gd name="connsiteX102" fmla="*/ 6827093 w 7918980"/>
              <a:gd name="connsiteY102" fmla="*/ 3106151 h 6858000"/>
              <a:gd name="connsiteX103" fmla="*/ 6833251 w 7918980"/>
              <a:gd name="connsiteY103" fmla="*/ 3116747 h 6858000"/>
              <a:gd name="connsiteX104" fmla="*/ 6825921 w 7918980"/>
              <a:gd name="connsiteY104" fmla="*/ 3151828 h 6858000"/>
              <a:gd name="connsiteX105" fmla="*/ 6825863 w 7918980"/>
              <a:gd name="connsiteY105" fmla="*/ 3180546 h 6858000"/>
              <a:gd name="connsiteX106" fmla="*/ 6839691 w 7918980"/>
              <a:gd name="connsiteY106" fmla="*/ 3258677 h 6858000"/>
              <a:gd name="connsiteX107" fmla="*/ 6840898 w 7918980"/>
              <a:gd name="connsiteY107" fmla="*/ 3262610 h 6858000"/>
              <a:gd name="connsiteX108" fmla="*/ 6834652 w 7918980"/>
              <a:gd name="connsiteY108" fmla="*/ 3277179 h 6858000"/>
              <a:gd name="connsiteX109" fmla="*/ 6832324 w 7918980"/>
              <a:gd name="connsiteY109" fmla="*/ 3278130 h 6858000"/>
              <a:gd name="connsiteX110" fmla="*/ 6849750 w 7918980"/>
              <a:gd name="connsiteY110" fmla="*/ 3325671 h 6858000"/>
              <a:gd name="connsiteX111" fmla="*/ 6847551 w 7918980"/>
              <a:gd name="connsiteY111" fmla="*/ 3332072 h 6858000"/>
              <a:gd name="connsiteX112" fmla="*/ 6864685 w 7918980"/>
              <a:gd name="connsiteY112" fmla="*/ 3362948 h 6858000"/>
              <a:gd name="connsiteX113" fmla="*/ 6870457 w 7918980"/>
              <a:gd name="connsiteY113" fmla="*/ 3378959 h 6858000"/>
              <a:gd name="connsiteX114" fmla="*/ 6883738 w 7918980"/>
              <a:gd name="connsiteY114" fmla="*/ 3407057 h 6858000"/>
              <a:gd name="connsiteX115" fmla="*/ 6881948 w 7918980"/>
              <a:gd name="connsiteY115" fmla="*/ 3409825 h 6858000"/>
              <a:gd name="connsiteX116" fmla="*/ 6885647 w 7918980"/>
              <a:gd name="connsiteY116" fmla="*/ 3415218 h 6858000"/>
              <a:gd name="connsiteX117" fmla="*/ 6883908 w 7918980"/>
              <a:gd name="connsiteY117" fmla="*/ 3419880 h 6858000"/>
              <a:gd name="connsiteX118" fmla="*/ 6885903 w 7918980"/>
              <a:gd name="connsiteY118" fmla="*/ 3424545 h 6858000"/>
              <a:gd name="connsiteX119" fmla="*/ 6887603 w 7918980"/>
              <a:gd name="connsiteY119" fmla="*/ 3476412 h 6858000"/>
              <a:gd name="connsiteX120" fmla="*/ 6892664 w 7918980"/>
              <a:gd name="connsiteY120" fmla="*/ 3486850 h 6858000"/>
              <a:gd name="connsiteX121" fmla="*/ 6886319 w 7918980"/>
              <a:gd name="connsiteY121" fmla="*/ 3496391 h 6858000"/>
              <a:gd name="connsiteX122" fmla="*/ 6893119 w 7918980"/>
              <a:gd name="connsiteY122" fmla="*/ 3531201 h 6858000"/>
              <a:gd name="connsiteX123" fmla="*/ 6902876 w 7918980"/>
              <a:gd name="connsiteY123" fmla="*/ 3542019 h 6858000"/>
              <a:gd name="connsiteX124" fmla="*/ 6910520 w 7918980"/>
              <a:gd name="connsiteY124" fmla="*/ 3552249 h 6858000"/>
              <a:gd name="connsiteX125" fmla="*/ 6910882 w 7918980"/>
              <a:gd name="connsiteY125" fmla="*/ 3553678 h 6858000"/>
              <a:gd name="connsiteX126" fmla="*/ 6914489 w 7918980"/>
              <a:gd name="connsiteY126" fmla="*/ 3568021 h 6858000"/>
              <a:gd name="connsiteX127" fmla="*/ 6914914 w 7918980"/>
              <a:gd name="connsiteY127" fmla="*/ 3569719 h 6858000"/>
              <a:gd name="connsiteX128" fmla="*/ 6912342 w 7918980"/>
              <a:gd name="connsiteY128" fmla="*/ 3586412 h 6858000"/>
              <a:gd name="connsiteX129" fmla="*/ 6915338 w 7918980"/>
              <a:gd name="connsiteY129" fmla="*/ 3597336 h 6858000"/>
              <a:gd name="connsiteX130" fmla="*/ 6907234 w 7918980"/>
              <a:gd name="connsiteY130" fmla="*/ 3606007 h 6858000"/>
              <a:gd name="connsiteX131" fmla="*/ 6907261 w 7918980"/>
              <a:gd name="connsiteY131" fmla="*/ 3641228 h 6858000"/>
              <a:gd name="connsiteX132" fmla="*/ 6914828 w 7918980"/>
              <a:gd name="connsiteY132" fmla="*/ 3653088 h 6858000"/>
              <a:gd name="connsiteX133" fmla="*/ 6920416 w 7918980"/>
              <a:gd name="connsiteY133" fmla="*/ 3664114 h 6858000"/>
              <a:gd name="connsiteX134" fmla="*/ 6920498 w 7918980"/>
              <a:gd name="connsiteY134" fmla="*/ 3665569 h 6858000"/>
              <a:gd name="connsiteX135" fmla="*/ 6922809 w 7918980"/>
              <a:gd name="connsiteY135" fmla="*/ 3707357 h 6858000"/>
              <a:gd name="connsiteX136" fmla="*/ 6937676 w 7918980"/>
              <a:gd name="connsiteY136" fmla="*/ 3778166 h 6858000"/>
              <a:gd name="connsiteX137" fmla="*/ 6958359 w 7918980"/>
              <a:gd name="connsiteY137" fmla="*/ 3878222 h 6858000"/>
              <a:gd name="connsiteX138" fmla="*/ 6953118 w 7918980"/>
              <a:gd name="connsiteY138" fmla="*/ 4048117 h 6858000"/>
              <a:gd name="connsiteX139" fmla="*/ 6913020 w 7918980"/>
              <a:gd name="connsiteY139" fmla="*/ 4219510 h 6858000"/>
              <a:gd name="connsiteX140" fmla="*/ 6915792 w 7918980"/>
              <a:gd name="connsiteY140" fmla="*/ 4411258 h 6858000"/>
              <a:gd name="connsiteX141" fmla="*/ 6907579 w 7918980"/>
              <a:gd name="connsiteY141" fmla="*/ 4488531 h 6858000"/>
              <a:gd name="connsiteX142" fmla="*/ 6907052 w 7918980"/>
              <a:gd name="connsiteY142" fmla="*/ 4539168 h 6858000"/>
              <a:gd name="connsiteX143" fmla="*/ 6891916 w 7918980"/>
              <a:gd name="connsiteY143" fmla="*/ 4625153 h 6858000"/>
              <a:gd name="connsiteX144" fmla="*/ 6882094 w 7918980"/>
              <a:gd name="connsiteY144" fmla="*/ 4733115 h 6858000"/>
              <a:gd name="connsiteX145" fmla="*/ 6860189 w 7918980"/>
              <a:gd name="connsiteY145" fmla="*/ 4844323 h 6858000"/>
              <a:gd name="connsiteX146" fmla="*/ 6843618 w 7918980"/>
              <a:gd name="connsiteY146" fmla="*/ 4877992 h 6858000"/>
              <a:gd name="connsiteX147" fmla="*/ 6829393 w 7918980"/>
              <a:gd name="connsiteY147" fmla="*/ 4925805 h 6858000"/>
              <a:gd name="connsiteX148" fmla="*/ 6794017 w 7918980"/>
              <a:gd name="connsiteY148" fmla="*/ 5009272 h 6858000"/>
              <a:gd name="connsiteX149" fmla="*/ 6786085 w 7918980"/>
              <a:gd name="connsiteY149" fmla="*/ 5111369 h 6858000"/>
              <a:gd name="connsiteX150" fmla="*/ 6799321 w 7918980"/>
              <a:gd name="connsiteY150" fmla="*/ 5210876 h 6858000"/>
              <a:gd name="connsiteX151" fmla="*/ 6803597 w 7918980"/>
              <a:gd name="connsiteY151" fmla="*/ 5269726 h 6858000"/>
              <a:gd name="connsiteX152" fmla="*/ 6820713 w 7918980"/>
              <a:gd name="connsiteY152" fmla="*/ 5464225 h 6858000"/>
              <a:gd name="connsiteX153" fmla="*/ 6824380 w 7918980"/>
              <a:gd name="connsiteY153" fmla="*/ 5594585 h 6858000"/>
              <a:gd name="connsiteX154" fmla="*/ 6806680 w 7918980"/>
              <a:gd name="connsiteY154" fmla="*/ 5667896 h 6858000"/>
              <a:gd name="connsiteX155" fmla="*/ 6791486 w 7918980"/>
              <a:gd name="connsiteY155" fmla="*/ 5769225 h 6858000"/>
              <a:gd name="connsiteX156" fmla="*/ 6792745 w 7918980"/>
              <a:gd name="connsiteY156" fmla="*/ 5823324 h 6858000"/>
              <a:gd name="connsiteX157" fmla="*/ 6789109 w 7918980"/>
              <a:gd name="connsiteY157" fmla="*/ 5862699 h 6858000"/>
              <a:gd name="connsiteX158" fmla="*/ 6793675 w 7918980"/>
              <a:gd name="connsiteY158" fmla="*/ 5906467 h 6858000"/>
              <a:gd name="connsiteX159" fmla="*/ 6814548 w 7918980"/>
              <a:gd name="connsiteY159" fmla="*/ 5939847 h 6858000"/>
              <a:gd name="connsiteX160" fmla="*/ 6809795 w 7918980"/>
              <a:gd name="connsiteY160" fmla="*/ 5973994 h 6858000"/>
              <a:gd name="connsiteX161" fmla="*/ 6810756 w 7918980"/>
              <a:gd name="connsiteY161" fmla="*/ 6089693 h 6858000"/>
              <a:gd name="connsiteX162" fmla="*/ 6814601 w 7918980"/>
              <a:gd name="connsiteY162" fmla="*/ 6224938 h 6858000"/>
              <a:gd name="connsiteX163" fmla="*/ 6840137 w 7918980"/>
              <a:gd name="connsiteY163" fmla="*/ 6370251 h 6858000"/>
              <a:gd name="connsiteX164" fmla="*/ 6863777 w 7918980"/>
              <a:gd name="connsiteY164" fmla="*/ 6541313 h 6858000"/>
              <a:gd name="connsiteX165" fmla="*/ 6868355 w 7918980"/>
              <a:gd name="connsiteY165" fmla="*/ 6640957 h 6858000"/>
              <a:gd name="connsiteX166" fmla="*/ 6881422 w 7918980"/>
              <a:gd name="connsiteY166" fmla="*/ 6705297 h 6858000"/>
              <a:gd name="connsiteX167" fmla="*/ 6894105 w 7918980"/>
              <a:gd name="connsiteY167" fmla="*/ 6759582 h 6858000"/>
              <a:gd name="connsiteX168" fmla="*/ 6892152 w 7918980"/>
              <a:gd name="connsiteY168" fmla="*/ 6817746 h 6858000"/>
              <a:gd name="connsiteX169" fmla="*/ 6895302 w 7918980"/>
              <a:gd name="connsiteY169" fmla="*/ 6843646 h 6858000"/>
              <a:gd name="connsiteX170" fmla="*/ 6914368 w 7918980"/>
              <a:gd name="connsiteY170" fmla="*/ 6857998 h 6858000"/>
              <a:gd name="connsiteX171" fmla="*/ 7549620 w 7918980"/>
              <a:gd name="connsiteY171" fmla="*/ 6857998 h 6858000"/>
              <a:gd name="connsiteX172" fmla="*/ 7918980 w 7918980"/>
              <a:gd name="connsiteY172" fmla="*/ 6857998 h 6858000"/>
              <a:gd name="connsiteX173" fmla="*/ 7918980 w 7918980"/>
              <a:gd name="connsiteY173" fmla="*/ 6858000 h 6858000"/>
              <a:gd name="connsiteX174" fmla="*/ 7549620 w 7918980"/>
              <a:gd name="connsiteY174" fmla="*/ 6858000 h 6858000"/>
              <a:gd name="connsiteX175" fmla="*/ 6658851 w 7918980"/>
              <a:gd name="connsiteY175" fmla="*/ 6858000 h 6858000"/>
              <a:gd name="connsiteX176" fmla="*/ 2092387 w 7918980"/>
              <a:gd name="connsiteY176" fmla="*/ 6858000 h 6858000"/>
              <a:gd name="connsiteX177" fmla="*/ 1822980 w 7918980"/>
              <a:gd name="connsiteY177" fmla="*/ 6858000 h 6858000"/>
              <a:gd name="connsiteX178" fmla="*/ 727500 w 7918980"/>
              <a:gd name="connsiteY178" fmla="*/ 6858000 h 6858000"/>
              <a:gd name="connsiteX179" fmla="*/ 504457 w 7918980"/>
              <a:gd name="connsiteY179" fmla="*/ 6858000 h 6858000"/>
              <a:gd name="connsiteX180" fmla="*/ 0 w 7918980"/>
              <a:gd name="connsiteY180" fmla="*/ 6858000 h 6858000"/>
              <a:gd name="connsiteX181" fmla="*/ 0 w 7918980"/>
              <a:gd name="connsiteY18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</a:cxnLst>
            <a:rect l="l" t="t" r="r" b="b"/>
            <a:pathLst>
              <a:path w="7918980" h="6858000">
                <a:moveTo>
                  <a:pt x="0" y="0"/>
                </a:moveTo>
                <a:lnTo>
                  <a:pt x="504457" y="0"/>
                </a:lnTo>
                <a:lnTo>
                  <a:pt x="727500" y="0"/>
                </a:lnTo>
                <a:lnTo>
                  <a:pt x="1822980" y="0"/>
                </a:lnTo>
                <a:lnTo>
                  <a:pt x="2092387" y="0"/>
                </a:lnTo>
                <a:lnTo>
                  <a:pt x="7076514" y="0"/>
                </a:lnTo>
                <a:lnTo>
                  <a:pt x="7264525" y="0"/>
                </a:lnTo>
                <a:lnTo>
                  <a:pt x="7390497" y="0"/>
                </a:lnTo>
                <a:lnTo>
                  <a:pt x="7389918" y="1705"/>
                </a:lnTo>
                <a:cubicBezTo>
                  <a:pt x="7386106" y="8440"/>
                  <a:pt x="7381092" y="13784"/>
                  <a:pt x="7374574" y="17287"/>
                </a:cubicBezTo>
                <a:cubicBezTo>
                  <a:pt x="7385344" y="82036"/>
                  <a:pt x="7333329" y="69804"/>
                  <a:pt x="7368621" y="130336"/>
                </a:cubicBezTo>
                <a:cubicBezTo>
                  <a:pt x="7349933" y="117589"/>
                  <a:pt x="7359958" y="162458"/>
                  <a:pt x="7361269" y="187093"/>
                </a:cubicBezTo>
                <a:cubicBezTo>
                  <a:pt x="7359185" y="226511"/>
                  <a:pt x="7368702" y="205530"/>
                  <a:pt x="7368770" y="265704"/>
                </a:cubicBezTo>
                <a:cubicBezTo>
                  <a:pt x="7365276" y="317533"/>
                  <a:pt x="7366793" y="325288"/>
                  <a:pt x="7365293" y="354566"/>
                </a:cubicBezTo>
                <a:lnTo>
                  <a:pt x="7347106" y="472000"/>
                </a:lnTo>
                <a:lnTo>
                  <a:pt x="7345150" y="473782"/>
                </a:lnTo>
                <a:cubicBezTo>
                  <a:pt x="7340827" y="482008"/>
                  <a:pt x="7341662" y="487340"/>
                  <a:pt x="7344778" y="491380"/>
                </a:cubicBezTo>
                <a:lnTo>
                  <a:pt x="7359399" y="531675"/>
                </a:lnTo>
                <a:lnTo>
                  <a:pt x="7356415" y="536015"/>
                </a:lnTo>
                <a:lnTo>
                  <a:pt x="7361068" y="572092"/>
                </a:lnTo>
                <a:lnTo>
                  <a:pt x="7359041" y="572511"/>
                </a:lnTo>
                <a:cubicBezTo>
                  <a:pt x="7354591" y="574271"/>
                  <a:pt x="7351509" y="577121"/>
                  <a:pt x="7351198" y="582332"/>
                </a:cubicBezTo>
                <a:cubicBezTo>
                  <a:pt x="7320982" y="573171"/>
                  <a:pt x="7339242" y="585107"/>
                  <a:pt x="7340991" y="601285"/>
                </a:cubicBezTo>
                <a:cubicBezTo>
                  <a:pt x="7331818" y="617831"/>
                  <a:pt x="7303664" y="666964"/>
                  <a:pt x="7296154" y="681608"/>
                </a:cubicBezTo>
                <a:cubicBezTo>
                  <a:pt x="7296082" y="684122"/>
                  <a:pt x="7296013" y="686637"/>
                  <a:pt x="7295943" y="689151"/>
                </a:cubicBezTo>
                <a:lnTo>
                  <a:pt x="7295465" y="689289"/>
                </a:lnTo>
                <a:cubicBezTo>
                  <a:pt x="7294414" y="690905"/>
                  <a:pt x="7293966" y="693376"/>
                  <a:pt x="7294306" y="697222"/>
                </a:cubicBezTo>
                <a:cubicBezTo>
                  <a:pt x="7294586" y="703992"/>
                  <a:pt x="7294864" y="710761"/>
                  <a:pt x="7295144" y="717531"/>
                </a:cubicBezTo>
                <a:lnTo>
                  <a:pt x="7291871" y="722494"/>
                </a:lnTo>
                <a:lnTo>
                  <a:pt x="7286061" y="724368"/>
                </a:lnTo>
                <a:lnTo>
                  <a:pt x="7269961" y="752692"/>
                </a:lnTo>
                <a:cubicBezTo>
                  <a:pt x="7277671" y="764380"/>
                  <a:pt x="7245699" y="808083"/>
                  <a:pt x="7240170" y="816346"/>
                </a:cubicBezTo>
                <a:lnTo>
                  <a:pt x="7211938" y="889417"/>
                </a:lnTo>
                <a:cubicBezTo>
                  <a:pt x="7143471" y="969963"/>
                  <a:pt x="7144887" y="1005331"/>
                  <a:pt x="7130024" y="1063288"/>
                </a:cubicBezTo>
                <a:cubicBezTo>
                  <a:pt x="7136312" y="1111028"/>
                  <a:pt x="7140076" y="1110140"/>
                  <a:pt x="7126817" y="1157176"/>
                </a:cubicBezTo>
                <a:cubicBezTo>
                  <a:pt x="7124083" y="1192124"/>
                  <a:pt x="7124864" y="1197232"/>
                  <a:pt x="7109474" y="1210776"/>
                </a:cubicBezTo>
                <a:lnTo>
                  <a:pt x="7105443" y="1301993"/>
                </a:lnTo>
                <a:lnTo>
                  <a:pt x="7075215" y="1360879"/>
                </a:lnTo>
                <a:lnTo>
                  <a:pt x="7067477" y="1404045"/>
                </a:lnTo>
                <a:lnTo>
                  <a:pt x="7046803" y="1429568"/>
                </a:lnTo>
                <a:lnTo>
                  <a:pt x="7047831" y="1430305"/>
                </a:lnTo>
                <a:cubicBezTo>
                  <a:pt x="7049677" y="1432466"/>
                  <a:pt x="7037718" y="1459891"/>
                  <a:pt x="7035374" y="1463304"/>
                </a:cubicBezTo>
                <a:cubicBezTo>
                  <a:pt x="7032892" y="1477394"/>
                  <a:pt x="7036007" y="1501295"/>
                  <a:pt x="7032938" y="1514846"/>
                </a:cubicBezTo>
                <a:lnTo>
                  <a:pt x="7029397" y="1519731"/>
                </a:lnTo>
                <a:lnTo>
                  <a:pt x="7029620" y="1519929"/>
                </a:lnTo>
                <a:cubicBezTo>
                  <a:pt x="7029470" y="1521210"/>
                  <a:pt x="7032690" y="1543635"/>
                  <a:pt x="7030612" y="1546022"/>
                </a:cubicBezTo>
                <a:lnTo>
                  <a:pt x="7035010" y="1578752"/>
                </a:lnTo>
                <a:cubicBezTo>
                  <a:pt x="7029127" y="1605585"/>
                  <a:pt x="7049361" y="1622803"/>
                  <a:pt x="7026513" y="1647555"/>
                </a:cubicBezTo>
                <a:cubicBezTo>
                  <a:pt x="7021108" y="1672675"/>
                  <a:pt x="7026193" y="1694404"/>
                  <a:pt x="7013857" y="1715685"/>
                </a:cubicBezTo>
                <a:cubicBezTo>
                  <a:pt x="7019795" y="1724301"/>
                  <a:pt x="7021078" y="1732435"/>
                  <a:pt x="7007215" y="1740358"/>
                </a:cubicBezTo>
                <a:cubicBezTo>
                  <a:pt x="7005605" y="1763793"/>
                  <a:pt x="7021348" y="1769422"/>
                  <a:pt x="7004455" y="1784314"/>
                </a:cubicBezTo>
                <a:cubicBezTo>
                  <a:pt x="7028967" y="1797417"/>
                  <a:pt x="7018226" y="1798221"/>
                  <a:pt x="7008825" y="1804434"/>
                </a:cubicBezTo>
                <a:lnTo>
                  <a:pt x="7008048" y="1805316"/>
                </a:lnTo>
                <a:lnTo>
                  <a:pt x="7011573" y="1807109"/>
                </a:lnTo>
                <a:lnTo>
                  <a:pt x="7008900" y="1821003"/>
                </a:lnTo>
                <a:lnTo>
                  <a:pt x="7006523" y="1824832"/>
                </a:lnTo>
                <a:cubicBezTo>
                  <a:pt x="7005264" y="1827468"/>
                  <a:pt x="7004917" y="1829219"/>
                  <a:pt x="7005215" y="1830429"/>
                </a:cubicBezTo>
                <a:lnTo>
                  <a:pt x="7005505" y="1830569"/>
                </a:lnTo>
                <a:lnTo>
                  <a:pt x="7003643" y="1835810"/>
                </a:lnTo>
                <a:cubicBezTo>
                  <a:pt x="6999759" y="1844665"/>
                  <a:pt x="6995277" y="1853278"/>
                  <a:pt x="6990432" y="1861483"/>
                </a:cubicBezTo>
                <a:cubicBezTo>
                  <a:pt x="7002807" y="1866643"/>
                  <a:pt x="6989768" y="1884999"/>
                  <a:pt x="6997246" y="1892417"/>
                </a:cubicBezTo>
                <a:lnTo>
                  <a:pt x="7012242" y="1895114"/>
                </a:lnTo>
                <a:lnTo>
                  <a:pt x="7010080" y="1899379"/>
                </a:lnTo>
                <a:lnTo>
                  <a:pt x="7003451" y="1907867"/>
                </a:lnTo>
                <a:cubicBezTo>
                  <a:pt x="7002589" y="1909162"/>
                  <a:pt x="7002627" y="1909994"/>
                  <a:pt x="7004341" y="1910265"/>
                </a:cubicBezTo>
                <a:cubicBezTo>
                  <a:pt x="7003975" y="1914884"/>
                  <a:pt x="7000873" y="1930292"/>
                  <a:pt x="7001248" y="1935584"/>
                </a:cubicBezTo>
                <a:lnTo>
                  <a:pt x="7006599" y="1942021"/>
                </a:lnTo>
                <a:lnTo>
                  <a:pt x="6985020" y="1967551"/>
                </a:lnTo>
                <a:lnTo>
                  <a:pt x="6949577" y="2024270"/>
                </a:lnTo>
                <a:lnTo>
                  <a:pt x="6942508" y="2107942"/>
                </a:lnTo>
                <a:cubicBezTo>
                  <a:pt x="6912270" y="2138038"/>
                  <a:pt x="6933395" y="2159228"/>
                  <a:pt x="6933336" y="2193455"/>
                </a:cubicBezTo>
                <a:cubicBezTo>
                  <a:pt x="6924282" y="2220953"/>
                  <a:pt x="6933361" y="2224200"/>
                  <a:pt x="6927972" y="2260088"/>
                </a:cubicBezTo>
                <a:cubicBezTo>
                  <a:pt x="6923728" y="2275916"/>
                  <a:pt x="6917037" y="2285645"/>
                  <a:pt x="6909058" y="2296008"/>
                </a:cubicBezTo>
                <a:lnTo>
                  <a:pt x="6901810" y="2305564"/>
                </a:lnTo>
                <a:lnTo>
                  <a:pt x="6904482" y="2320214"/>
                </a:lnTo>
                <a:cubicBezTo>
                  <a:pt x="6902155" y="2355906"/>
                  <a:pt x="6895137" y="2394678"/>
                  <a:pt x="6891885" y="2417011"/>
                </a:cubicBezTo>
                <a:cubicBezTo>
                  <a:pt x="6880976" y="2426377"/>
                  <a:pt x="6897848" y="2456509"/>
                  <a:pt x="6884970" y="2454207"/>
                </a:cubicBezTo>
                <a:cubicBezTo>
                  <a:pt x="6890753" y="2464947"/>
                  <a:pt x="6887930" y="2476105"/>
                  <a:pt x="6882954" y="2487203"/>
                </a:cubicBezTo>
                <a:lnTo>
                  <a:pt x="6871484" y="2512282"/>
                </a:lnTo>
                <a:lnTo>
                  <a:pt x="6872496" y="2514318"/>
                </a:lnTo>
                <a:lnTo>
                  <a:pt x="6898111" y="2574334"/>
                </a:lnTo>
                <a:lnTo>
                  <a:pt x="6897017" y="2579877"/>
                </a:lnTo>
                <a:cubicBezTo>
                  <a:pt x="6896861" y="2585644"/>
                  <a:pt x="6897245" y="2603388"/>
                  <a:pt x="6897171" y="2608928"/>
                </a:cubicBezTo>
                <a:cubicBezTo>
                  <a:pt x="6896975" y="2610322"/>
                  <a:pt x="6896780" y="2611717"/>
                  <a:pt x="6896584" y="2613111"/>
                </a:cubicBezTo>
                <a:lnTo>
                  <a:pt x="6888164" y="2621996"/>
                </a:lnTo>
                <a:lnTo>
                  <a:pt x="6890652" y="2634265"/>
                </a:lnTo>
                <a:lnTo>
                  <a:pt x="6882034" y="2647237"/>
                </a:lnTo>
                <a:cubicBezTo>
                  <a:pt x="6884287" y="2648158"/>
                  <a:pt x="6886365" y="2649356"/>
                  <a:pt x="6888195" y="2650786"/>
                </a:cubicBezTo>
                <a:lnTo>
                  <a:pt x="6894052" y="2661993"/>
                </a:lnTo>
                <a:lnTo>
                  <a:pt x="6885953" y="2670949"/>
                </a:lnTo>
                <a:cubicBezTo>
                  <a:pt x="6898507" y="2672007"/>
                  <a:pt x="6883930" y="2681695"/>
                  <a:pt x="6880156" y="2690255"/>
                </a:cubicBezTo>
                <a:lnTo>
                  <a:pt x="6881009" y="2695683"/>
                </a:lnTo>
                <a:lnTo>
                  <a:pt x="6870001" y="2713964"/>
                </a:lnTo>
                <a:lnTo>
                  <a:pt x="6864441" y="2730175"/>
                </a:lnTo>
                <a:lnTo>
                  <a:pt x="6875107" y="2763497"/>
                </a:lnTo>
                <a:lnTo>
                  <a:pt x="6837349" y="3051539"/>
                </a:lnTo>
                <a:lnTo>
                  <a:pt x="6835698" y="3060333"/>
                </a:lnTo>
                <a:lnTo>
                  <a:pt x="6837785" y="3065434"/>
                </a:lnTo>
                <a:lnTo>
                  <a:pt x="6834476" y="3066836"/>
                </a:lnTo>
                <a:lnTo>
                  <a:pt x="6831096" y="3084834"/>
                </a:lnTo>
                <a:cubicBezTo>
                  <a:pt x="6831166" y="3088976"/>
                  <a:pt x="6831235" y="3093117"/>
                  <a:pt x="6831305" y="3097259"/>
                </a:cubicBezTo>
                <a:lnTo>
                  <a:pt x="6828050" y="3101053"/>
                </a:lnTo>
                <a:lnTo>
                  <a:pt x="6827093" y="3106151"/>
                </a:lnTo>
                <a:lnTo>
                  <a:pt x="6833251" y="3116747"/>
                </a:lnTo>
                <a:cubicBezTo>
                  <a:pt x="6834765" y="3127646"/>
                  <a:pt x="6821739" y="3134084"/>
                  <a:pt x="6825921" y="3151828"/>
                </a:cubicBezTo>
                <a:cubicBezTo>
                  <a:pt x="6833244" y="3163902"/>
                  <a:pt x="6834336" y="3171780"/>
                  <a:pt x="6825863" y="3180546"/>
                </a:cubicBezTo>
                <a:cubicBezTo>
                  <a:pt x="6861566" y="3236545"/>
                  <a:pt x="6826703" y="3210316"/>
                  <a:pt x="6839691" y="3258677"/>
                </a:cubicBezTo>
                <a:lnTo>
                  <a:pt x="6840898" y="3262610"/>
                </a:lnTo>
                <a:lnTo>
                  <a:pt x="6834652" y="3277179"/>
                </a:lnTo>
                <a:lnTo>
                  <a:pt x="6832324" y="3278130"/>
                </a:lnTo>
                <a:lnTo>
                  <a:pt x="6849750" y="3325671"/>
                </a:lnTo>
                <a:lnTo>
                  <a:pt x="6847551" y="3332072"/>
                </a:lnTo>
                <a:lnTo>
                  <a:pt x="6864685" y="3362948"/>
                </a:lnTo>
                <a:lnTo>
                  <a:pt x="6870457" y="3378959"/>
                </a:lnTo>
                <a:lnTo>
                  <a:pt x="6883738" y="3407057"/>
                </a:lnTo>
                <a:lnTo>
                  <a:pt x="6881948" y="3409825"/>
                </a:lnTo>
                <a:lnTo>
                  <a:pt x="6885647" y="3415218"/>
                </a:lnTo>
                <a:lnTo>
                  <a:pt x="6883908" y="3419880"/>
                </a:lnTo>
                <a:lnTo>
                  <a:pt x="6885903" y="3424545"/>
                </a:lnTo>
                <a:cubicBezTo>
                  <a:pt x="6886517" y="3433967"/>
                  <a:pt x="6886474" y="3466028"/>
                  <a:pt x="6887603" y="3476412"/>
                </a:cubicBezTo>
                <a:lnTo>
                  <a:pt x="6892664" y="3486850"/>
                </a:lnTo>
                <a:lnTo>
                  <a:pt x="6886319" y="3496391"/>
                </a:lnTo>
                <a:lnTo>
                  <a:pt x="6893119" y="3531201"/>
                </a:lnTo>
                <a:lnTo>
                  <a:pt x="6902876" y="3542019"/>
                </a:lnTo>
                <a:lnTo>
                  <a:pt x="6910520" y="3552249"/>
                </a:lnTo>
                <a:cubicBezTo>
                  <a:pt x="6910641" y="3552725"/>
                  <a:pt x="6910761" y="3553202"/>
                  <a:pt x="6910882" y="3553678"/>
                </a:cubicBezTo>
                <a:lnTo>
                  <a:pt x="6914489" y="3568021"/>
                </a:lnTo>
                <a:lnTo>
                  <a:pt x="6914914" y="3569719"/>
                </a:lnTo>
                <a:lnTo>
                  <a:pt x="6912342" y="3586412"/>
                </a:lnTo>
                <a:lnTo>
                  <a:pt x="6915338" y="3597336"/>
                </a:lnTo>
                <a:lnTo>
                  <a:pt x="6907234" y="3606007"/>
                </a:lnTo>
                <a:cubicBezTo>
                  <a:pt x="6907242" y="3617747"/>
                  <a:pt x="6907253" y="3629488"/>
                  <a:pt x="6907261" y="3641228"/>
                </a:cubicBezTo>
                <a:lnTo>
                  <a:pt x="6914828" y="3653088"/>
                </a:lnTo>
                <a:lnTo>
                  <a:pt x="6920416" y="3664114"/>
                </a:lnTo>
                <a:cubicBezTo>
                  <a:pt x="6920443" y="3664599"/>
                  <a:pt x="6920471" y="3665084"/>
                  <a:pt x="6920498" y="3665569"/>
                </a:cubicBezTo>
                <a:cubicBezTo>
                  <a:pt x="6920895" y="3672776"/>
                  <a:pt x="6919946" y="3688591"/>
                  <a:pt x="6922809" y="3707357"/>
                </a:cubicBezTo>
                <a:cubicBezTo>
                  <a:pt x="6923485" y="3724716"/>
                  <a:pt x="6941058" y="3760234"/>
                  <a:pt x="6937676" y="3778166"/>
                </a:cubicBezTo>
                <a:cubicBezTo>
                  <a:pt x="6964607" y="3845122"/>
                  <a:pt x="6948407" y="3821305"/>
                  <a:pt x="6958359" y="3878222"/>
                </a:cubicBezTo>
                <a:cubicBezTo>
                  <a:pt x="6984499" y="3905047"/>
                  <a:pt x="6948397" y="4015047"/>
                  <a:pt x="6953118" y="4048117"/>
                </a:cubicBezTo>
                <a:cubicBezTo>
                  <a:pt x="6904784" y="4192084"/>
                  <a:pt x="6919242" y="4158987"/>
                  <a:pt x="6913020" y="4219510"/>
                </a:cubicBezTo>
                <a:cubicBezTo>
                  <a:pt x="6927533" y="4280033"/>
                  <a:pt x="6888360" y="4345686"/>
                  <a:pt x="6915792" y="4411258"/>
                </a:cubicBezTo>
                <a:cubicBezTo>
                  <a:pt x="6913610" y="4437329"/>
                  <a:pt x="6906858" y="4473140"/>
                  <a:pt x="6907579" y="4488531"/>
                </a:cubicBezTo>
                <a:cubicBezTo>
                  <a:pt x="6907403" y="4505410"/>
                  <a:pt x="6907228" y="4522289"/>
                  <a:pt x="6907052" y="4539168"/>
                </a:cubicBezTo>
                <a:cubicBezTo>
                  <a:pt x="6895094" y="4567830"/>
                  <a:pt x="6887285" y="4588197"/>
                  <a:pt x="6891916" y="4625153"/>
                </a:cubicBezTo>
                <a:cubicBezTo>
                  <a:pt x="6900413" y="4662889"/>
                  <a:pt x="6888879" y="4679357"/>
                  <a:pt x="6882094" y="4733115"/>
                </a:cubicBezTo>
                <a:cubicBezTo>
                  <a:pt x="6891667" y="4752352"/>
                  <a:pt x="6878350" y="4832308"/>
                  <a:pt x="6860189" y="4844323"/>
                </a:cubicBezTo>
                <a:cubicBezTo>
                  <a:pt x="6856424" y="4857054"/>
                  <a:pt x="6863174" y="4871554"/>
                  <a:pt x="6843618" y="4877992"/>
                </a:cubicBezTo>
                <a:cubicBezTo>
                  <a:pt x="6820131" y="4888353"/>
                  <a:pt x="6857398" y="4931200"/>
                  <a:pt x="6829393" y="4925805"/>
                </a:cubicBezTo>
                <a:cubicBezTo>
                  <a:pt x="6854944" y="4956261"/>
                  <a:pt x="6805820" y="4982633"/>
                  <a:pt x="6794017" y="5009272"/>
                </a:cubicBezTo>
                <a:cubicBezTo>
                  <a:pt x="6796239" y="5034036"/>
                  <a:pt x="6791355" y="5053859"/>
                  <a:pt x="6786085" y="5111369"/>
                </a:cubicBezTo>
                <a:cubicBezTo>
                  <a:pt x="6796204" y="5141336"/>
                  <a:pt x="6760393" y="5161742"/>
                  <a:pt x="6799321" y="5210876"/>
                </a:cubicBezTo>
                <a:cubicBezTo>
                  <a:pt x="6795435" y="5212581"/>
                  <a:pt x="6800034" y="5227501"/>
                  <a:pt x="6803597" y="5269726"/>
                </a:cubicBezTo>
                <a:cubicBezTo>
                  <a:pt x="6807162" y="5311951"/>
                  <a:pt x="6813370" y="5400671"/>
                  <a:pt x="6820713" y="5464225"/>
                </a:cubicBezTo>
                <a:cubicBezTo>
                  <a:pt x="6824745" y="5536542"/>
                  <a:pt x="6813205" y="5517959"/>
                  <a:pt x="6824380" y="5594585"/>
                </a:cubicBezTo>
                <a:cubicBezTo>
                  <a:pt x="6822888" y="5619318"/>
                  <a:pt x="6797022" y="5647975"/>
                  <a:pt x="6806680" y="5667896"/>
                </a:cubicBezTo>
                <a:cubicBezTo>
                  <a:pt x="6799814" y="5696311"/>
                  <a:pt x="6798559" y="5738356"/>
                  <a:pt x="6791486" y="5769225"/>
                </a:cubicBezTo>
                <a:cubicBezTo>
                  <a:pt x="6791906" y="5787258"/>
                  <a:pt x="6792324" y="5805291"/>
                  <a:pt x="6792745" y="5823324"/>
                </a:cubicBezTo>
                <a:cubicBezTo>
                  <a:pt x="6789102" y="5853058"/>
                  <a:pt x="6788588" y="5838948"/>
                  <a:pt x="6789109" y="5862699"/>
                </a:cubicBezTo>
                <a:lnTo>
                  <a:pt x="6793675" y="5906467"/>
                </a:lnTo>
                <a:lnTo>
                  <a:pt x="6814548" y="5939847"/>
                </a:lnTo>
                <a:cubicBezTo>
                  <a:pt x="6821828" y="5955713"/>
                  <a:pt x="6797711" y="5940131"/>
                  <a:pt x="6809795" y="5973994"/>
                </a:cubicBezTo>
                <a:cubicBezTo>
                  <a:pt x="6784167" y="5997051"/>
                  <a:pt x="6806424" y="6032039"/>
                  <a:pt x="6810756" y="6089693"/>
                </a:cubicBezTo>
                <a:lnTo>
                  <a:pt x="6814601" y="6224938"/>
                </a:lnTo>
                <a:cubicBezTo>
                  <a:pt x="6811422" y="6270972"/>
                  <a:pt x="6831942" y="6317522"/>
                  <a:pt x="6840137" y="6370251"/>
                </a:cubicBezTo>
                <a:cubicBezTo>
                  <a:pt x="6848333" y="6422980"/>
                  <a:pt x="6862918" y="6490855"/>
                  <a:pt x="6863777" y="6541313"/>
                </a:cubicBezTo>
                <a:cubicBezTo>
                  <a:pt x="6862878" y="6576319"/>
                  <a:pt x="6854892" y="6591883"/>
                  <a:pt x="6868355" y="6640957"/>
                </a:cubicBezTo>
                <a:cubicBezTo>
                  <a:pt x="6880485" y="6669536"/>
                  <a:pt x="6875256" y="6675394"/>
                  <a:pt x="6881422" y="6705297"/>
                </a:cubicBezTo>
                <a:cubicBezTo>
                  <a:pt x="6880347" y="6727133"/>
                  <a:pt x="6890881" y="6732087"/>
                  <a:pt x="6894105" y="6759582"/>
                </a:cubicBezTo>
                <a:cubicBezTo>
                  <a:pt x="6878594" y="6796071"/>
                  <a:pt x="6874636" y="6769544"/>
                  <a:pt x="6892152" y="6817746"/>
                </a:cubicBezTo>
                <a:cubicBezTo>
                  <a:pt x="6883936" y="6828354"/>
                  <a:pt x="6887505" y="6836369"/>
                  <a:pt x="6895302" y="6843646"/>
                </a:cubicBezTo>
                <a:lnTo>
                  <a:pt x="6914368" y="6857998"/>
                </a:lnTo>
                <a:lnTo>
                  <a:pt x="7549620" y="6857998"/>
                </a:lnTo>
                <a:lnTo>
                  <a:pt x="7918980" y="6857998"/>
                </a:lnTo>
                <a:lnTo>
                  <a:pt x="7918980" y="6858000"/>
                </a:lnTo>
                <a:lnTo>
                  <a:pt x="7549620" y="6858000"/>
                </a:lnTo>
                <a:lnTo>
                  <a:pt x="6658851" y="6858000"/>
                </a:lnTo>
                <a:lnTo>
                  <a:pt x="2092387" y="6858000"/>
                </a:lnTo>
                <a:lnTo>
                  <a:pt x="1822980" y="6858000"/>
                </a:lnTo>
                <a:lnTo>
                  <a:pt x="727500" y="6858000"/>
                </a:lnTo>
                <a:lnTo>
                  <a:pt x="50445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7C5720-23B2-155D-9DD4-FA3B7C78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09600"/>
            <a:ext cx="5243295" cy="1330840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B8EE59-D2B1-7763-C9D9-2EB46AD42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3" y="2194102"/>
            <a:ext cx="5243295" cy="3908585"/>
          </a:xfrm>
        </p:spPr>
        <p:txBody>
          <a:bodyPr>
            <a:normAutofit/>
          </a:bodyPr>
          <a:lstStyle/>
          <a:p>
            <a:r>
              <a:rPr lang="zh-CN" altLang="en-US" dirty="0"/>
              <a:t>接受悬而未决的状态</a:t>
            </a:r>
            <a:endParaRPr lang="en-US" altLang="zh-CN" dirty="0"/>
          </a:p>
          <a:p>
            <a:r>
              <a:rPr lang="zh-CN" altLang="en-US" dirty="0"/>
              <a:t>预祝一切顺利！</a:t>
            </a:r>
          </a:p>
        </p:txBody>
      </p:sp>
      <p:pic>
        <p:nvPicPr>
          <p:cNvPr id="5" name="图片 4" descr="图片包含 游戏机, 电脑, 光盘&#10;&#10;AI 生成的内容可能不正确。">
            <a:extLst>
              <a:ext uri="{FF2B5EF4-FFF2-40B4-BE49-F238E27FC236}">
                <a16:creationId xmlns:a16="http://schemas.microsoft.com/office/drawing/2014/main" id="{2AD825D7-7B00-159E-1FE9-90F2182CB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648" y="-220130"/>
            <a:ext cx="4962814" cy="7298256"/>
          </a:xfrm>
          <a:prstGeom prst="rect">
            <a:avLst/>
          </a:prstGeom>
        </p:spPr>
      </p:pic>
      <p:sp>
        <p:nvSpPr>
          <p:cNvPr id="19" name="Rectangle 6">
            <a:extLst>
              <a:ext uri="{FF2B5EF4-FFF2-40B4-BE49-F238E27FC236}">
                <a16:creationId xmlns:a16="http://schemas.microsoft.com/office/drawing/2014/main" id="{5B1C0F75-E7F7-4B02-A77F-5EABD7CBD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4090" y="6128733"/>
            <a:ext cx="1367625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86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536</Words>
  <Application>Microsoft Office PowerPoint</Application>
  <PresentationFormat>宽屏</PresentationFormat>
  <Paragraphs>117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Arial</vt:lpstr>
      <vt:lpstr>Wingdings</vt:lpstr>
      <vt:lpstr>Office 主题​​</vt:lpstr>
      <vt:lpstr>文书与面试</vt:lpstr>
      <vt:lpstr>我的申请</vt:lpstr>
      <vt:lpstr>文书：反复打磨</vt:lpstr>
      <vt:lpstr>中文稿： 最为重要；再三确认！</vt:lpstr>
      <vt:lpstr>英语初稿+润色</vt:lpstr>
      <vt:lpstr>1 -&gt; 100</vt:lpstr>
      <vt:lpstr>文书的AI使用：</vt:lpstr>
      <vt:lpstr>机器面试准备</vt:lpstr>
      <vt:lpstr>机器面试练习</vt:lpstr>
      <vt:lpstr>真人面准备</vt:lpstr>
      <vt:lpstr>其他</vt:lpstr>
      <vt:lpstr>可用资源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Jiayi Hou (SME, 121090183)</dc:creator>
  <cp:lastModifiedBy>Jiayi Hou (SME, 121090183)</cp:lastModifiedBy>
  <cp:revision>86</cp:revision>
  <dcterms:created xsi:type="dcterms:W3CDTF">2025-03-25T12:17:01Z</dcterms:created>
  <dcterms:modified xsi:type="dcterms:W3CDTF">2025-04-07T08:59:01Z</dcterms:modified>
</cp:coreProperties>
</file>