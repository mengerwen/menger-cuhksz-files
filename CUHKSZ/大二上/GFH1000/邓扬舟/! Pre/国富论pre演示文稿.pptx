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0505" y="138430"/>
            <a:ext cx="4149090" cy="553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4971" y="555658"/>
            <a:ext cx="1573477" cy="162501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7046" y="2978278"/>
            <a:ext cx="462804" cy="2496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31520" y="438819"/>
            <a:ext cx="2225675" cy="1476375"/>
            <a:chOff x="231520" y="438819"/>
            <a:chExt cx="2225675" cy="14763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520" y="438819"/>
              <a:ext cx="1692323" cy="147633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7755" y="1536590"/>
              <a:ext cx="499427" cy="179407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63321" y="1174900"/>
            <a:ext cx="1001068" cy="76152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59709" y="1380570"/>
            <a:ext cx="1537450" cy="41838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76919" y="812863"/>
            <a:ext cx="1238838" cy="390418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93473" y="705515"/>
            <a:ext cx="4381500" cy="2370455"/>
            <a:chOff x="93473" y="705515"/>
            <a:chExt cx="4381500" cy="2370455"/>
          </a:xfrm>
        </p:grpSpPr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400" y="799509"/>
              <a:ext cx="115686" cy="109989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354" y="705515"/>
              <a:ext cx="4337658" cy="17674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026" y="719416"/>
              <a:ext cx="4344078" cy="12499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43440" y="734531"/>
              <a:ext cx="115686" cy="109989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800" y="1776038"/>
              <a:ext cx="4337658" cy="17674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73" y="1789938"/>
              <a:ext cx="4344078" cy="12499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966" y="777609"/>
              <a:ext cx="115686" cy="109989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2572" y="712843"/>
              <a:ext cx="4337658" cy="176748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9245" y="726744"/>
              <a:ext cx="4344078" cy="12499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39181" y="740795"/>
              <a:ext cx="115685" cy="1099896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7120" y="1795083"/>
              <a:ext cx="4337658" cy="176747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793" y="1808983"/>
              <a:ext cx="4344078" cy="124997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66154" y="1612879"/>
              <a:ext cx="1506462" cy="14627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58" y="14617"/>
            <a:ext cx="1743464" cy="102988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3235" y="785036"/>
            <a:ext cx="798615" cy="30491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949" y="357652"/>
            <a:ext cx="1314641" cy="38701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2096" y="813718"/>
            <a:ext cx="221189" cy="2189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114" y="6027"/>
            <a:ext cx="1556732" cy="1643955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749070" y="1751195"/>
            <a:ext cx="2474595" cy="276860"/>
            <a:chOff x="749070" y="1751195"/>
            <a:chExt cx="2474595" cy="276860"/>
          </a:xfrm>
        </p:grpSpPr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9070" y="1765724"/>
              <a:ext cx="1590335" cy="26223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74729" y="1751195"/>
              <a:ext cx="848733" cy="223992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756132" y="2081115"/>
            <a:ext cx="3452495" cy="894080"/>
            <a:chOff x="756132" y="2081115"/>
            <a:chExt cx="3452495" cy="894080"/>
          </a:xfrm>
        </p:grpSpPr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6132" y="2136658"/>
              <a:ext cx="1722329" cy="68227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21330" y="2081115"/>
              <a:ext cx="1763115" cy="89364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03681" y="2230096"/>
              <a:ext cx="304644" cy="264147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901295" y="3092313"/>
            <a:ext cx="2341245" cy="273050"/>
            <a:chOff x="901295" y="3092313"/>
            <a:chExt cx="2341245" cy="273050"/>
          </a:xfrm>
        </p:grpSpPr>
        <p:pic>
          <p:nvPicPr>
            <p:cNvPr id="15" name="object 1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1295" y="3092313"/>
              <a:ext cx="1688612" cy="27242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15895" y="3111662"/>
              <a:ext cx="626172" cy="1937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3435"/>
            <a:ext cx="4608195" cy="3452495"/>
            <a:chOff x="0" y="3435"/>
            <a:chExt cx="4608195" cy="34524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6966" y="111084"/>
              <a:ext cx="929856" cy="143655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306" y="687516"/>
              <a:ext cx="1950409" cy="91034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2317" y="781206"/>
              <a:ext cx="170808" cy="17422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2327" y="430921"/>
              <a:ext cx="1705792" cy="116957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76428" y="407422"/>
              <a:ext cx="1466291" cy="7589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19934" y="3435"/>
              <a:ext cx="945903" cy="99658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57463" y="744676"/>
              <a:ext cx="1328905" cy="122585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2214" y="1750859"/>
              <a:ext cx="1314319" cy="43379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68490" y="1077045"/>
              <a:ext cx="1642541" cy="137275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75" y="2489730"/>
              <a:ext cx="4581048" cy="113751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2493051"/>
              <a:ext cx="4608067" cy="13091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9683" y="2445844"/>
              <a:ext cx="1742869" cy="736942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51240" y="2851918"/>
              <a:ext cx="1184810" cy="29088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53056" y="3169500"/>
              <a:ext cx="1762527" cy="28642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70570" y="3166700"/>
              <a:ext cx="500849" cy="2078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1922" y="23950"/>
            <a:ext cx="3308350" cy="908050"/>
            <a:chOff x="31922" y="23950"/>
            <a:chExt cx="3308350" cy="9080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22" y="23950"/>
              <a:ext cx="1640471" cy="86244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9186" y="618229"/>
              <a:ext cx="1660566" cy="313231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143680" y="980463"/>
            <a:ext cx="4368800" cy="771525"/>
            <a:chOff x="143680" y="980463"/>
            <a:chExt cx="4368800" cy="771525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680" y="1035290"/>
              <a:ext cx="1661561" cy="35853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33162" y="1016613"/>
              <a:ext cx="1763486" cy="32147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68406" y="1040263"/>
              <a:ext cx="943878" cy="31387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7229" y="980463"/>
              <a:ext cx="2122660" cy="36510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71467" y="1326348"/>
              <a:ext cx="420600" cy="425260"/>
            </a:xfrm>
            <a:prstGeom prst="rect">
              <a:avLst/>
            </a:prstGeom>
          </p:spPr>
        </p:pic>
      </p:grpSp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6770" y="1831900"/>
            <a:ext cx="1722277" cy="306523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12473" y="1811187"/>
            <a:ext cx="408760" cy="32797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7820" y="2232141"/>
            <a:ext cx="1749920" cy="3410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25177" y="1412399"/>
            <a:ext cx="2486025" cy="316865"/>
            <a:chOff x="1025177" y="1412399"/>
            <a:chExt cx="2486025" cy="3168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5177" y="1412399"/>
              <a:ext cx="1727252" cy="31646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6779" y="1414180"/>
              <a:ext cx="874250" cy="2876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7721" y="1528537"/>
            <a:ext cx="1401963" cy="5518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2024-12-01T18:18:00Z</dcterms:created>
  <dcterms:modified xsi:type="dcterms:W3CDTF">2024-12-01T18:18:00Z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2024-12-01T00:00:00Z</vt:filetime>
  </property>
  <property fmtid="{D5CDD505-2E9C-101B-9397-08002B2CF9AE}" pid="3" name="LastSaved">
    <vt:filetime>2024-12-01T00:00:00Z</vt:filetime>
  </property>
  <property fmtid="{D5CDD505-2E9C-101B-9397-08002B2CF9AE}" pid="4" name="Producer">
    <vt:lpwstr>iOS Version 18.1.1 (Build 22B91) Quartz PDFContext</vt:lpwstr>
  </property>
</Properties>
</file>