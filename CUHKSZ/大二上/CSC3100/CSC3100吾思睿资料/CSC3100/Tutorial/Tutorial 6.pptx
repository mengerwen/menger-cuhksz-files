
<file path=[Content_Types].xml><?xml version="1.0" encoding="utf-8"?>
<Types xmlns="http://schemas.openxmlformats.org/package/2006/content-types">
  <Default Extension="jpeg" ContentType="image/jpe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81" r:id="rId4"/>
    <p:sldId id="257" r:id="rId5"/>
    <p:sldId id="260" r:id="rId6"/>
    <p:sldId id="261" r:id="rId7"/>
    <p:sldId id="279" r:id="rId8"/>
    <p:sldId id="284" r:id="rId9"/>
    <p:sldId id="290" r:id="rId10"/>
    <p:sldId id="294" r:id="rId11"/>
    <p:sldId id="283" r:id="rId12"/>
    <p:sldId id="29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6"/>
  </p:normalViewPr>
  <p:slideViewPr>
    <p:cSldViewPr snapToGrid="0" snapToObjects="1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2" y="0"/>
            <a:ext cx="12192002" cy="1564036"/>
          </a:xfrm>
          <a:prstGeom prst="rect">
            <a:avLst/>
          </a:prstGeom>
          <a:solidFill>
            <a:srgbClr val="632E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2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6808" y="167329"/>
            <a:ext cx="5569133" cy="12485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17777"/>
            <a:ext cx="12192000" cy="514157"/>
          </a:xfrm>
          <a:prstGeom prst="rect">
            <a:avLst/>
          </a:prstGeom>
          <a:solidFill>
            <a:srgbClr val="632E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32" y="-76963"/>
            <a:ext cx="2819449" cy="632528"/>
          </a:xfrm>
          <a:prstGeom prst="rect">
            <a:avLst/>
          </a:prstGeom>
        </p:spPr>
      </p:pic>
      <p:pic>
        <p:nvPicPr>
          <p:cNvPr id="9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26065" y="108382"/>
            <a:ext cx="2518928" cy="2785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452E6-AA83-184C-9B99-B817E6157F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670D-19FC-414A-ACBC-2B0704AD51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CSC3100 Data Structures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89178"/>
            <a:ext cx="9144000" cy="1655762"/>
          </a:xfrm>
        </p:spPr>
        <p:txBody>
          <a:bodyPr>
            <a:normAutofit/>
          </a:bodyPr>
          <a:lstStyle/>
          <a:p>
            <a:r>
              <a:rPr kumimoji="1" lang="en-US" altLang="zh-CN" sz="4800" dirty="0"/>
              <a:t>Tutorial 6</a:t>
            </a:r>
            <a:endParaRPr kumimoji="1" lang="en-US" altLang="zh-CN" sz="4800" dirty="0"/>
          </a:p>
        </p:txBody>
      </p:sp>
      <p:pic>
        <p:nvPicPr>
          <p:cNvPr id="5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6808" y="167329"/>
            <a:ext cx="5569133" cy="1248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780810" y="8431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Roadmap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5711" y="1837501"/>
            <a:ext cx="10515600" cy="4351338"/>
          </a:xfrm>
        </p:spPr>
        <p:txBody>
          <a:bodyPr/>
          <a:lstStyle/>
          <a:p>
            <a:r>
              <a:rPr kumimoji="1" lang="en-US" altLang="zh-CN" dirty="0"/>
              <a:t>Queue Concept</a:t>
            </a:r>
            <a:endParaRPr kumimoji="1" lang="en-US" altLang="zh-CN" dirty="0"/>
          </a:p>
          <a:p>
            <a:r>
              <a:rPr kumimoji="1" lang="en-US" altLang="zh-CN" dirty="0"/>
              <a:t>Queue Exercise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Stack and Queue</a:t>
            </a:r>
            <a:endParaRPr kumimoji="1" lang="zh-CN" altLang="en-US" dirty="0"/>
          </a:p>
        </p:txBody>
      </p:sp>
      <p:pic>
        <p:nvPicPr>
          <p:cNvPr id="4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083" y="1690688"/>
            <a:ext cx="3245856" cy="2434392"/>
          </a:xfrm>
          <a:prstGeom prst="rect">
            <a:avLst/>
          </a:prstGeom>
        </p:spPr>
      </p:pic>
      <p:sp>
        <p:nvSpPr>
          <p:cNvPr id="6" name="TextBox 8"/>
          <p:cNvSpPr txBox="1"/>
          <p:nvPr/>
        </p:nvSpPr>
        <p:spPr>
          <a:xfrm>
            <a:off x="838200" y="4301900"/>
            <a:ext cx="5117122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Uses of stacks?</a:t>
            </a:r>
            <a:endParaRPr lang="en-US" altLang="zh-CN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Implement recursive algorithms</a:t>
            </a:r>
            <a:endParaRPr lang="en-US" altLang="zh-CN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Compiling and running programs</a:t>
            </a:r>
            <a:endParaRPr lang="en-US" altLang="zh-CN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Backtracking algorithms like constraint satisfaction</a:t>
            </a:r>
            <a:b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(e.g. Sudoku(</a:t>
            </a:r>
            <a:r>
              <a:rPr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数独</a:t>
            </a: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))</a:t>
            </a:r>
            <a:endParaRPr lang="zh-CN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668" y="1808334"/>
            <a:ext cx="4301871" cy="220095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58758" y="430190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Uses of queues?</a:t>
            </a:r>
            <a:endParaRPr lang="en-US" altLang="zh-CN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Website requests</a:t>
            </a:r>
            <a:endParaRPr lang="en-US" altLang="zh-CN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Simulations or game engines</a:t>
            </a:r>
            <a:endParaRPr lang="en-US" altLang="zh-CN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Expanding algorithms like Dijkstra’s</a:t>
            </a:r>
            <a:endParaRPr lang="zh-CN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Queue – FIFO principle</a:t>
            </a:r>
            <a:endParaRPr kumimoji="1" lang="zh-CN" alt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949642"/>
          </a:xfrm>
        </p:spPr>
        <p:txBody>
          <a:bodyPr>
            <a:noAutofit/>
          </a:bodyPr>
          <a:lstStyle/>
          <a:p>
            <a:r>
              <a:rPr lang="en-AU" altLang="zh-CN" sz="2400" dirty="0">
                <a:latin typeface="+mj-lt"/>
                <a:cs typeface="Arial" panose="020B0604020202090204" pitchFamily="34" charset="0"/>
              </a:rPr>
              <a:t>A queue is a collection of objects that are inserted and removed according to the </a:t>
            </a:r>
            <a:r>
              <a:rPr lang="en-AU" altLang="zh-CN" sz="2400" dirty="0">
                <a:solidFill>
                  <a:srgbClr val="FF0000"/>
                </a:solidFill>
                <a:latin typeface="+mj-lt"/>
                <a:cs typeface="Arial" panose="020B0604020202090204" pitchFamily="34" charset="0"/>
              </a:rPr>
              <a:t>first-in, first-out (FIFO) </a:t>
            </a:r>
            <a:r>
              <a:rPr lang="en-AU" altLang="zh-CN" sz="2400" dirty="0">
                <a:latin typeface="+mj-lt"/>
                <a:cs typeface="Arial" panose="020B0604020202090204" pitchFamily="34" charset="0"/>
              </a:rPr>
              <a:t>principle</a:t>
            </a:r>
            <a:endParaRPr lang="en-AU" altLang="zh-CN" sz="2400" dirty="0">
              <a:latin typeface="+mj-lt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AU" altLang="zh-CN" sz="2400" dirty="0">
              <a:latin typeface="+mj-lt"/>
              <a:cs typeface="Arial" panose="020B0604020202090204" pitchFamily="34" charset="0"/>
            </a:endParaRP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9762" y="3947987"/>
            <a:ext cx="4766450" cy="24386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Queue - Basic Operations</a:t>
            </a:r>
            <a:endParaRPr kumimoji="1" lang="zh-CN" altLang="en-US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5605" y="2542960"/>
            <a:ext cx="4766450" cy="243864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668780" y="2365058"/>
            <a:ext cx="2057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j-lt"/>
              </a:rPr>
              <a:t>enqueue (e)</a:t>
            </a:r>
            <a:endParaRPr lang="en-US" altLang="zh-CN" sz="2800" dirty="0">
              <a:latin typeface="+mj-lt"/>
            </a:endParaRPr>
          </a:p>
          <a:p>
            <a:endParaRPr kumimoji="1"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8105877" y="5033663"/>
            <a:ext cx="17443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+mj-lt"/>
              </a:rPr>
              <a:t>dequeue</a:t>
            </a:r>
            <a:r>
              <a:rPr lang="en-US" altLang="zh-CN" sz="2400" b="1" dirty="0">
                <a:latin typeface="+mj-lt"/>
              </a:rPr>
              <a:t> ()</a:t>
            </a:r>
            <a:endParaRPr lang="en-US" altLang="zh-CN" sz="240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Queue in Java</a:t>
            </a:r>
            <a:endParaRPr kumimoji="1"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85440"/>
            <a:ext cx="12192000" cy="36865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2501900" cy="8509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38200" y="2034540"/>
            <a:ext cx="1059180" cy="38862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880610" y="1690688"/>
            <a:ext cx="5543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trike="sngStrike" dirty="0"/>
              <a:t>Queue</a:t>
            </a:r>
            <a:r>
              <a:rPr lang="en-US" altLang="zh-CN" strike="sngStrike" dirty="0"/>
              <a:t>&lt;</a:t>
            </a:r>
            <a:r>
              <a:rPr lang="en-US" altLang="zh-CN" b="1" strike="sngStrike" dirty="0"/>
              <a:t>Integer</a:t>
            </a:r>
            <a:r>
              <a:rPr lang="en-US" altLang="zh-CN" strike="sngStrike" dirty="0"/>
              <a:t>&gt; q = new </a:t>
            </a:r>
            <a:r>
              <a:rPr lang="en-US" altLang="zh-CN" b="1" strike="sngStrike" dirty="0"/>
              <a:t>Queue</a:t>
            </a:r>
            <a:r>
              <a:rPr lang="en-US" altLang="zh-CN" strike="sngStrike" dirty="0"/>
              <a:t>&lt;</a:t>
            </a:r>
            <a:r>
              <a:rPr lang="en-US" altLang="zh-CN" b="1" strike="sngStrike" dirty="0"/>
              <a:t>Integer</a:t>
            </a:r>
            <a:r>
              <a:rPr lang="en-US" altLang="zh-CN" strike="sngStrike" dirty="0"/>
              <a:t>&gt; </a:t>
            </a:r>
            <a:endParaRPr lang="en-US" altLang="zh-CN" strike="sngStrike" dirty="0"/>
          </a:p>
          <a:p>
            <a:endParaRPr lang="en-US" altLang="zh-CN" b="1" dirty="0"/>
          </a:p>
          <a:p>
            <a:r>
              <a:rPr lang="en-US" altLang="zh-CN" b="1" dirty="0"/>
              <a:t>Queue</a:t>
            </a:r>
            <a:r>
              <a:rPr lang="en-US" altLang="zh-CN" dirty="0"/>
              <a:t>&lt;</a:t>
            </a:r>
            <a:r>
              <a:rPr lang="en-US" altLang="zh-CN" b="1" dirty="0"/>
              <a:t>Integer</a:t>
            </a:r>
            <a:r>
              <a:rPr lang="en-US" altLang="zh-CN" dirty="0"/>
              <a:t>&gt; q = new </a:t>
            </a:r>
            <a:r>
              <a:rPr lang="en-US" altLang="zh-CN" b="1" dirty="0"/>
              <a:t>LinkedList</a:t>
            </a:r>
            <a:r>
              <a:rPr lang="en-US" altLang="zh-CN" dirty="0"/>
              <a:t>&lt;</a:t>
            </a:r>
            <a:r>
              <a:rPr lang="en-US" altLang="zh-CN" b="1" dirty="0"/>
              <a:t>Integer</a:t>
            </a:r>
            <a:r>
              <a:rPr lang="en-US" altLang="zh-CN" dirty="0"/>
              <a:t>&gt;()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794510" y="3623944"/>
            <a:ext cx="140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enqueue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623060" y="6069964"/>
            <a:ext cx="140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dequeue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 1: implement stack using queues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two queues to implement a stack.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截屏2022-10-15 18.23.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545" y="1575435"/>
            <a:ext cx="8877935" cy="4851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 2: implement queue using stacks</a:t>
            </a:r>
            <a:endParaRPr kumimoji="1" lang="zh-CN" altLang="en-US" dirty="0"/>
          </a:p>
        </p:txBody>
      </p:sp>
      <p:pic>
        <p:nvPicPr>
          <p:cNvPr id="7" name="内容占位符 6" descr="截屏2022-10-15 18.29.47"/>
          <p:cNvPicPr>
            <a:picLocks noChangeAspect="1"/>
          </p:cNvPicPr>
          <p:nvPr>
            <p:ph idx="1"/>
          </p:nvPr>
        </p:nvPicPr>
        <p:blipFill>
          <a:blip r:embed="rId1"/>
          <a:srcRect t="22760"/>
          <a:stretch>
            <a:fillRect/>
          </a:stretch>
        </p:blipFill>
        <p:spPr>
          <a:xfrm>
            <a:off x="2061210" y="1599565"/>
            <a:ext cx="8352790" cy="47047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 3: Josephus Problem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4096" y="5283528"/>
            <a:ext cx="8967952" cy="854513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find the template code for Josephus problem on </a:t>
            </a:r>
            <a:r>
              <a:rPr kumimoji="1"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BlackBoard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complete the function.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81735" y="2044700"/>
            <a:ext cx="9530080" cy="20300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There are N people (1-N)standing in a circle waiting to be executed.</a:t>
            </a:r>
            <a:endParaRPr lang="en-US" altLang="zh-CN"/>
          </a:p>
          <a:p>
            <a:r>
              <a:rPr lang="en-US" altLang="zh-CN"/>
              <a:t>Player 1 starts and eliminates (k-1) players to the left of him. Then the k-th man is executed. </a:t>
            </a:r>
            <a:endParaRPr lang="en-US" altLang="zh-CN"/>
          </a:p>
          <a:p>
            <a:r>
              <a:rPr lang="en-US" altLang="zh-CN"/>
              <a:t>Then again, k-1 people are skipped and the k-th man is executed.</a:t>
            </a:r>
            <a:endParaRPr lang="en-US" altLang="zh-CN"/>
          </a:p>
          <a:p>
            <a:r>
              <a:rPr lang="en-US" altLang="zh-CN"/>
              <a:t>These moves are repeated until one player is left, who is given freedom.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The task is to choose the place in the initial circle so that you survive, given </a:t>
            </a:r>
            <a:r>
              <a:rPr lang="en-US" altLang="zh-CN">
                <a:solidFill>
                  <a:srgbClr val="FF0000"/>
                </a:solidFill>
              </a:rPr>
              <a:t>n and k</a:t>
            </a:r>
            <a:r>
              <a:rPr lang="en-US" altLang="zh-CN"/>
              <a:t>.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Josephus Problem Example (n = 5 and k = 3)</a:t>
            </a:r>
            <a:endParaRPr kumimoji="1"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06957"/>
            <a:ext cx="3954517" cy="868065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08062"/>
            <a:ext cx="3386959" cy="98172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19" y="3442754"/>
            <a:ext cx="2464019" cy="84585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19" y="4397196"/>
            <a:ext cx="1875439" cy="103925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04" y="5576122"/>
            <a:ext cx="996347" cy="80953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618483" y="1756323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Removed Item: 3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8618483" y="26807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Removed Item: 1</a:t>
            </a:r>
            <a:endParaRPr kumimoji="1"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8618483" y="3706473"/>
            <a:ext cx="7357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Removed Item: 5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8618483" y="4732158"/>
            <a:ext cx="7987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Removed Item: 2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46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Exercise 4: Sliding Windows </a:t>
            </a:r>
            <a:endParaRPr kumimoji="1" lang="en-US" altLang="zh-CN" dirty="0"/>
          </a:p>
        </p:txBody>
      </p:sp>
      <p:pic>
        <p:nvPicPr>
          <p:cNvPr id="4" name="图片 3" descr="截屏2022-10-15 20.34.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950" y="1104900"/>
            <a:ext cx="8674735" cy="586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1371</Words>
  <Application>WPS 演示</Application>
  <PresentationFormat>宽屏</PresentationFormat>
  <Paragraphs>77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方正书宋_GBK</vt:lpstr>
      <vt:lpstr>Wingdings</vt:lpstr>
      <vt:lpstr>Times New Roman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黑体</vt:lpstr>
      <vt:lpstr>汉仪中黑KW</vt:lpstr>
      <vt:lpstr>Office 主题​​</vt:lpstr>
      <vt:lpstr>CSC3100 Data Structures</vt:lpstr>
      <vt:lpstr>Roadmap</vt:lpstr>
      <vt:lpstr>Stack and Queue</vt:lpstr>
      <vt:lpstr>Queue – FIFO principle</vt:lpstr>
      <vt:lpstr>Queue - Basic Operations</vt:lpstr>
      <vt:lpstr>Queue in Java</vt:lpstr>
      <vt:lpstr>Exercise 1: implement stack using queues</vt:lpstr>
      <vt:lpstr>Exercise 2: implement queue using stacks</vt:lpstr>
      <vt:lpstr>Exercise 3: Josephus Problem</vt:lpstr>
      <vt:lpstr>Josephus Problem Example (n = 5 and k = 3)</vt:lpstr>
      <vt:lpstr>Exercise 4: Sliding Windows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Zenn Kangel</dc:creator>
  <cp:lastModifiedBy>barywinter</cp:lastModifiedBy>
  <cp:revision>50</cp:revision>
  <dcterms:created xsi:type="dcterms:W3CDTF">2022-10-17T07:03:20Z</dcterms:created>
  <dcterms:modified xsi:type="dcterms:W3CDTF">2022-10-17T07:03:20Z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2052-3.9.0.6159</vt:lpwstr>
  </property>
</Properties>
</file>