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22"/>
  </p:notesMasterIdLst>
  <p:sldIdLst>
    <p:sldId id="308" r:id="rId2"/>
    <p:sldId id="300" r:id="rId3"/>
    <p:sldId id="309" r:id="rId4"/>
    <p:sldId id="323" r:id="rId5"/>
    <p:sldId id="324" r:id="rId6"/>
    <p:sldId id="325" r:id="rId7"/>
    <p:sldId id="326" r:id="rId8"/>
    <p:sldId id="327" r:id="rId9"/>
    <p:sldId id="312" r:id="rId10"/>
    <p:sldId id="314" r:id="rId11"/>
    <p:sldId id="315" r:id="rId12"/>
    <p:sldId id="317" r:id="rId13"/>
    <p:sldId id="318" r:id="rId14"/>
    <p:sldId id="313" r:id="rId15"/>
    <p:sldId id="319" r:id="rId16"/>
    <p:sldId id="320" r:id="rId17"/>
    <p:sldId id="321" r:id="rId18"/>
    <p:sldId id="322" r:id="rId19"/>
    <p:sldId id="328" r:id="rId20"/>
    <p:sldId id="329"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00FF"/>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746" autoAdjust="0"/>
    <p:restoredTop sz="94648"/>
  </p:normalViewPr>
  <p:slideViewPr>
    <p:cSldViewPr snapToGrid="0" snapToObjects="1">
      <p:cViewPr varScale="1">
        <p:scale>
          <a:sx n="104" d="100"/>
          <a:sy n="104" d="100"/>
        </p:scale>
        <p:origin x="1120" y="76"/>
      </p:cViewPr>
      <p:guideLst>
        <p:guide orient="horz" pos="2160"/>
        <p:guide pos="2880"/>
      </p:guideLst>
    </p:cSldViewPr>
  </p:slideViewPr>
  <p:notesTextViewPr>
    <p:cViewPr>
      <p:scale>
        <a:sx n="100" d="100"/>
        <a:sy n="100" d="100"/>
      </p:scale>
      <p:origin x="0" y="0"/>
    </p:cViewPr>
  </p:notesTextViewPr>
  <p:gridSpacing cx="45005" cy="45005"/>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8AA6095-2C8C-4B4C-A961-AAAE0B96587C}" type="datetimeFigureOut">
              <a:rPr lang="en-US" smtClean="0"/>
              <a:pPr/>
              <a:t>9/12/2022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FA53B58-E840-47CA-B124-7286EB604F1E}" type="slidenum">
              <a:rPr lang="en-US" smtClean="0"/>
              <a:pPr/>
              <a:t>‹#›</a:t>
            </a:fld>
            <a:endParaRPr lang="en-US"/>
          </a:p>
        </p:txBody>
      </p:sp>
    </p:spTree>
    <p:extLst>
      <p:ext uri="{BB962C8B-B14F-4D97-AF65-F5344CB8AC3E}">
        <p14:creationId xmlns:p14="http://schemas.microsoft.com/office/powerpoint/2010/main" val="5005260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3124200"/>
            <a:ext cx="6477000" cy="1914144"/>
          </a:xfrm>
        </p:spPr>
        <p:txBody>
          <a:bodyPr vert="horz" lIns="45720" tIns="0" rIns="45720" bIns="0" rtlCol="0" anchor="b" anchorCtr="0">
            <a:noAutofit/>
          </a:bodyPr>
          <a:lstStyle>
            <a:lvl1pPr algn="l" defTabSz="914400" rtl="0" eaLnBrk="1" latinLnBrk="0" hangingPunct="1">
              <a:lnSpc>
                <a:spcPts val="5000"/>
              </a:lnSpc>
              <a:spcBef>
                <a:spcPct val="0"/>
              </a:spcBef>
              <a:buNone/>
              <a:defRPr sz="4600" kern="1200">
                <a:solidFill>
                  <a:schemeClr val="tx1"/>
                </a:solidFill>
                <a:latin typeface="+mj-lt"/>
                <a:ea typeface="+mj-ea"/>
                <a:cs typeface="+mj-cs"/>
              </a:defRPr>
            </a:lvl1pPr>
          </a:lstStyle>
          <a:p>
            <a:r>
              <a:rPr lang="en-US"/>
              <a:t>Click to edit Master title style</a:t>
            </a:r>
            <a:endParaRPr/>
          </a:p>
        </p:txBody>
      </p:sp>
      <p:sp>
        <p:nvSpPr>
          <p:cNvPr id="3" name="Subtitle 2"/>
          <p:cNvSpPr>
            <a:spLocks noGrp="1"/>
          </p:cNvSpPr>
          <p:nvPr>
            <p:ph type="subTitle" idx="1"/>
          </p:nvPr>
        </p:nvSpPr>
        <p:spPr>
          <a:xfrm>
            <a:off x="2209800" y="5056632"/>
            <a:ext cx="6477000" cy="1174088"/>
          </a:xfrm>
        </p:spPr>
        <p:txBody>
          <a:bodyPr vert="horz" lIns="91440" tIns="0" rIns="45720" bIns="0" rtlCol="0">
            <a:normAutofit/>
          </a:bodyPr>
          <a:lstStyle>
            <a:lvl1pPr marL="0" indent="0" algn="l" defTabSz="914400" rtl="0" eaLnBrk="1" latinLnBrk="0" hangingPunct="1">
              <a:lnSpc>
                <a:spcPts val="2600"/>
              </a:lnSpc>
              <a:spcBef>
                <a:spcPts val="0"/>
              </a:spcBef>
              <a:buSzPct val="90000"/>
              <a:buFontTx/>
              <a:buNone/>
              <a:defRPr sz="2200" kern="1200">
                <a:solidFill>
                  <a:schemeClr val="tx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a:xfrm>
            <a:off x="457200" y="6300216"/>
            <a:ext cx="1984248" cy="274320"/>
          </a:xfrm>
        </p:spPr>
        <p:txBody>
          <a:bodyPr vert="horz" lIns="91440" tIns="45720" rIns="91440" bIns="45720" rtlCol="0" anchor="ctr"/>
          <a:lstStyle>
            <a:lvl1pPr marL="0" algn="l" defTabSz="914400" rtl="0" eaLnBrk="1" latinLnBrk="0" hangingPunct="1">
              <a:defRPr sz="1100" kern="1200">
                <a:solidFill>
                  <a:schemeClr val="tx1"/>
                </a:solidFill>
                <a:latin typeface="Rockwell" pitchFamily="18" charset="0"/>
                <a:ea typeface="+mn-ea"/>
                <a:cs typeface="+mn-cs"/>
              </a:defRPr>
            </a:lvl1pPr>
          </a:lstStyle>
          <a:p>
            <a:fld id="{CE27F72B-7C06-4E35-97AD-10ACE9B35749}" type="datetime1">
              <a:rPr lang="en-US" smtClean="0"/>
              <a:pPr/>
              <a:t>9/12/2022</a:t>
            </a:fld>
            <a:endParaRPr lang="en-US"/>
          </a:p>
        </p:txBody>
      </p:sp>
      <p:sp>
        <p:nvSpPr>
          <p:cNvPr id="5" name="Footer Placeholder 4"/>
          <p:cNvSpPr>
            <a:spLocks noGrp="1"/>
          </p:cNvSpPr>
          <p:nvPr>
            <p:ph type="ftr" sz="quarter" idx="11"/>
          </p:nvPr>
        </p:nvSpPr>
        <p:spPr>
          <a:xfrm>
            <a:off x="3959352" y="6300216"/>
            <a:ext cx="3813048" cy="274320"/>
          </a:xfrm>
        </p:spPr>
        <p:txBody>
          <a:bodyPr vert="horz" lIns="91440" tIns="45720" rIns="91440" bIns="45720" rtlCol="0" anchor="ctr"/>
          <a:lstStyle>
            <a:lvl1pPr marL="0" algn="l" defTabSz="914400" rtl="0" eaLnBrk="1" latinLnBrk="0" hangingPunct="1">
              <a:defRPr sz="1100" kern="1200">
                <a:solidFill>
                  <a:schemeClr val="tx1"/>
                </a:solidFill>
                <a:latin typeface="Rockwell" pitchFamily="18" charset="0"/>
                <a:ea typeface="+mn-ea"/>
                <a:cs typeface="+mn-cs"/>
              </a:defRPr>
            </a:lvl1pPr>
          </a:lstStyle>
          <a:p>
            <a:endParaRPr lang="en-US"/>
          </a:p>
        </p:txBody>
      </p:sp>
      <p:sp>
        <p:nvSpPr>
          <p:cNvPr id="6" name="Slide Number Placeholder 5"/>
          <p:cNvSpPr>
            <a:spLocks noGrp="1"/>
          </p:cNvSpPr>
          <p:nvPr>
            <p:ph type="sldNum" sz="quarter" idx="12"/>
          </p:nvPr>
        </p:nvSpPr>
        <p:spPr>
          <a:xfrm>
            <a:off x="8275320" y="6300216"/>
            <a:ext cx="685800" cy="274320"/>
          </a:xfrm>
        </p:spPr>
        <p:txBody>
          <a:bodyPr vert="horz" lIns="91440" tIns="45720" rIns="91440" bIns="45720" rtlCol="0" anchor="ctr"/>
          <a:lstStyle>
            <a:lvl1pPr marL="0" algn="r" defTabSz="914400" rtl="0" eaLnBrk="1" latinLnBrk="0" hangingPunct="1">
              <a:defRPr sz="1100" kern="1200">
                <a:solidFill>
                  <a:schemeClr val="tx1"/>
                </a:solidFill>
                <a:latin typeface="Rockwell" pitchFamily="18" charset="0"/>
                <a:ea typeface="+mn-ea"/>
                <a:cs typeface="+mn-cs"/>
              </a:defRPr>
            </a:lvl1pPr>
          </a:lstStyle>
          <a:p>
            <a:fld id="{B9D2C864-9362-43C7-A136-D9C41D93A96D}"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ABB93982-FDD0-48D0-B88E-5B53C7871328}" type="datetime1">
              <a:rPr lang="en-US" smtClean="0"/>
              <a:pPr/>
              <a:t>9/12/2022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D2C864-9362-43C7-A136-D9C41D93A96D}"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Watermark">
    <p:bg>
      <p:bgRef idx="1003">
        <a:schemeClr val="bg2"/>
      </p:bgRef>
    </p:bg>
    <p:spTree>
      <p:nvGrpSpPr>
        <p:cNvPr id="1" name=""/>
        <p:cNvGrpSpPr/>
        <p:nvPr/>
      </p:nvGrpSpPr>
      <p:grpSpPr>
        <a:xfrm>
          <a:off x="0" y="0"/>
          <a:ext cx="0" cy="0"/>
          <a:chOff x="0" y="0"/>
          <a:chExt cx="0" cy="0"/>
        </a:xfrm>
      </p:grpSpPr>
      <p:sp>
        <p:nvSpPr>
          <p:cNvPr id="8" name="Text Placeholder 7"/>
          <p:cNvSpPr>
            <a:spLocks noGrp="1"/>
          </p:cNvSpPr>
          <p:nvPr>
            <p:ph type="body" sz="quarter" idx="13"/>
          </p:nvPr>
        </p:nvSpPr>
        <p:spPr>
          <a:xfrm>
            <a:off x="1122215" y="3200400"/>
            <a:ext cx="8021782" cy="2209800"/>
          </a:xfrm>
        </p:spPr>
        <p:txBody>
          <a:bodyPr wrap="none" lIns="0" tIns="0" rIns="0" bIns="0" anchor="ctr" anchorCtr="0">
            <a:noAutofit/>
          </a:bodyPr>
          <a:lstStyle>
            <a:lvl1pPr marL="0" indent="0" algn="r">
              <a:spcBef>
                <a:spcPts val="0"/>
              </a:spcBef>
              <a:buNone/>
              <a:defRPr sz="12200">
                <a:gradFill>
                  <a:gsLst>
                    <a:gs pos="0">
                      <a:schemeClr val="tx1">
                        <a:alpha val="10000"/>
                      </a:schemeClr>
                    </a:gs>
                    <a:gs pos="100000">
                      <a:schemeClr val="tx1">
                        <a:alpha val="10000"/>
                      </a:schemeClr>
                    </a:gs>
                  </a:gsLst>
                  <a:lin ang="5400000" scaled="0"/>
                </a:gradFill>
                <a:latin typeface="Impact" pitchFamily="34" charset="0"/>
              </a:defRPr>
            </a:lvl1pPr>
            <a:lvl2pPr marL="0" indent="0" algn="r">
              <a:spcBef>
                <a:spcPts val="0"/>
              </a:spcBef>
              <a:buNone/>
              <a:defRPr sz="12200">
                <a:gradFill>
                  <a:gsLst>
                    <a:gs pos="0">
                      <a:schemeClr val="tx1">
                        <a:alpha val="10000"/>
                      </a:schemeClr>
                    </a:gs>
                    <a:gs pos="100000">
                      <a:schemeClr val="tx1">
                        <a:alpha val="10000"/>
                      </a:schemeClr>
                    </a:gs>
                  </a:gsLst>
                  <a:lin ang="5400000" scaled="0"/>
                </a:gradFill>
                <a:latin typeface="Impact" pitchFamily="34" charset="0"/>
              </a:defRPr>
            </a:lvl2pPr>
            <a:lvl3pPr marL="0" indent="0" algn="r">
              <a:spcBef>
                <a:spcPts val="0"/>
              </a:spcBef>
              <a:buNone/>
              <a:defRPr sz="12200">
                <a:gradFill>
                  <a:gsLst>
                    <a:gs pos="0">
                      <a:schemeClr val="tx1">
                        <a:alpha val="10000"/>
                      </a:schemeClr>
                    </a:gs>
                    <a:gs pos="100000">
                      <a:schemeClr val="tx1">
                        <a:alpha val="10000"/>
                      </a:schemeClr>
                    </a:gs>
                  </a:gsLst>
                  <a:lin ang="5400000" scaled="0"/>
                </a:gradFill>
                <a:latin typeface="Impact" pitchFamily="34" charset="0"/>
              </a:defRPr>
            </a:lvl3pPr>
            <a:lvl4pPr marL="0" indent="0" algn="r">
              <a:spcBef>
                <a:spcPts val="0"/>
              </a:spcBef>
              <a:buNone/>
              <a:defRPr sz="12200">
                <a:gradFill>
                  <a:gsLst>
                    <a:gs pos="0">
                      <a:schemeClr val="tx1">
                        <a:alpha val="10000"/>
                      </a:schemeClr>
                    </a:gs>
                    <a:gs pos="100000">
                      <a:schemeClr val="tx1">
                        <a:alpha val="10000"/>
                      </a:schemeClr>
                    </a:gs>
                  </a:gsLst>
                  <a:lin ang="5400000" scaled="0"/>
                </a:gradFill>
                <a:latin typeface="Impact" pitchFamily="34" charset="0"/>
              </a:defRPr>
            </a:lvl4pPr>
            <a:lvl5pPr marL="0" indent="0" algn="r">
              <a:spcBef>
                <a:spcPts val="0"/>
              </a:spcBef>
              <a:buNone/>
              <a:defRPr sz="12200">
                <a:gradFill>
                  <a:gsLst>
                    <a:gs pos="0">
                      <a:schemeClr val="tx1">
                        <a:alpha val="10000"/>
                      </a:schemeClr>
                    </a:gs>
                    <a:gs pos="100000">
                      <a:schemeClr val="tx1">
                        <a:alpha val="10000"/>
                      </a:schemeClr>
                    </a:gs>
                  </a:gsLst>
                  <a:lin ang="5400000" scaled="0"/>
                </a:gradFill>
                <a:latin typeface="Impact" pitchFamily="34" charset="0"/>
              </a:defRPr>
            </a:lvl5pPr>
          </a:lstStyle>
          <a:p>
            <a:pPr lvl="0"/>
            <a:r>
              <a:rPr lang="en-US"/>
              <a:t>Click to edit Master text styles</a:t>
            </a:r>
          </a:p>
        </p:txBody>
      </p:sp>
      <p:sp>
        <p:nvSpPr>
          <p:cNvPr id="2" name="Title 1"/>
          <p:cNvSpPr>
            <a:spLocks noGrp="1"/>
          </p:cNvSpPr>
          <p:nvPr>
            <p:ph type="ctrTitle"/>
          </p:nvPr>
        </p:nvSpPr>
        <p:spPr>
          <a:xfrm>
            <a:off x="3960813" y="3833095"/>
            <a:ext cx="4724400" cy="1209964"/>
          </a:xfrm>
        </p:spPr>
        <p:txBody>
          <a:bodyPr lIns="45720" tIns="0" rIns="45720" bIns="0" anchor="b" anchorCtr="0">
            <a:noAutofit/>
          </a:bodyPr>
          <a:lstStyle>
            <a:lvl1pPr algn="l">
              <a:lnSpc>
                <a:spcPts val="5000"/>
              </a:lnSpc>
              <a:defRPr sz="4600"/>
            </a:lvl1pPr>
          </a:lstStyle>
          <a:p>
            <a:r>
              <a:rPr lang="en-US"/>
              <a:t>Click to edit Master title style</a:t>
            </a:r>
            <a:endParaRPr dirty="0"/>
          </a:p>
        </p:txBody>
      </p:sp>
      <p:sp>
        <p:nvSpPr>
          <p:cNvPr id="3" name="Subtitle 2"/>
          <p:cNvSpPr>
            <a:spLocks noGrp="1"/>
          </p:cNvSpPr>
          <p:nvPr>
            <p:ph type="subTitle" idx="1"/>
          </p:nvPr>
        </p:nvSpPr>
        <p:spPr>
          <a:xfrm>
            <a:off x="3960813" y="5056909"/>
            <a:ext cx="4724400" cy="1156586"/>
          </a:xfrm>
        </p:spPr>
        <p:txBody>
          <a:bodyPr lIns="91440" tIns="0" rIns="45720" bIns="0">
            <a:normAutofit/>
          </a:bodyPr>
          <a:lstStyle>
            <a:lvl1pPr marL="0" indent="0" algn="l">
              <a:lnSpc>
                <a:spcPts val="2600"/>
              </a:lnSpc>
              <a:spcBef>
                <a:spcPct val="0"/>
              </a:spcBef>
              <a:buNone/>
              <a:defRPr sz="22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sp>
        <p:nvSpPr>
          <p:cNvPr id="4" name="Date Placeholder 3"/>
          <p:cNvSpPr>
            <a:spLocks noGrp="1"/>
          </p:cNvSpPr>
          <p:nvPr>
            <p:ph type="dt" sz="half" idx="10"/>
          </p:nvPr>
        </p:nvSpPr>
        <p:spPr>
          <a:xfrm>
            <a:off x="457200" y="6298744"/>
            <a:ext cx="1981200" cy="273050"/>
          </a:xfrm>
        </p:spPr>
        <p:txBody>
          <a:bodyPr/>
          <a:lstStyle>
            <a:lvl1pPr algn="l">
              <a:defRPr sz="1100">
                <a:latin typeface="Rockwell" pitchFamily="18" charset="0"/>
              </a:defRPr>
            </a:lvl1pPr>
          </a:lstStyle>
          <a:p>
            <a:fld id="{CA4C2801-7B52-4C1D-BD99-D2D806D97C07}" type="datetime1">
              <a:rPr lang="en-US" smtClean="0"/>
              <a:pPr/>
              <a:t>9/12/2022</a:t>
            </a:fld>
            <a:endParaRPr lang="en-US"/>
          </a:p>
        </p:txBody>
      </p:sp>
      <p:sp>
        <p:nvSpPr>
          <p:cNvPr id="5" name="Footer Placeholder 4"/>
          <p:cNvSpPr>
            <a:spLocks noGrp="1"/>
          </p:cNvSpPr>
          <p:nvPr>
            <p:ph type="ftr" sz="quarter" idx="11"/>
          </p:nvPr>
        </p:nvSpPr>
        <p:spPr>
          <a:xfrm>
            <a:off x="3962400" y="6298744"/>
            <a:ext cx="3810000" cy="273050"/>
          </a:xfrm>
        </p:spPr>
        <p:txBody>
          <a:bodyPr/>
          <a:lstStyle>
            <a:lvl1pPr algn="l">
              <a:defRPr/>
            </a:lvl1pPr>
          </a:lstStyle>
          <a:p>
            <a:endParaRPr lang="en-US"/>
          </a:p>
        </p:txBody>
      </p:sp>
      <p:sp>
        <p:nvSpPr>
          <p:cNvPr id="6" name="Slide Number Placeholder 5"/>
          <p:cNvSpPr>
            <a:spLocks noGrp="1"/>
          </p:cNvSpPr>
          <p:nvPr>
            <p:ph type="sldNum" sz="quarter" idx="12"/>
          </p:nvPr>
        </p:nvSpPr>
        <p:spPr>
          <a:xfrm>
            <a:off x="8264856" y="6312392"/>
            <a:ext cx="685800" cy="265089"/>
          </a:xfrm>
        </p:spPr>
        <p:txBody>
          <a:bodyPr/>
          <a:lstStyle>
            <a:lvl1pPr>
              <a:defRPr sz="1100">
                <a:solidFill>
                  <a:schemeClr val="tx1"/>
                </a:solidFill>
                <a:latin typeface="Rockwell" pitchFamily="18" charset="0"/>
              </a:defRPr>
            </a:lvl1pPr>
          </a:lstStyle>
          <a:p>
            <a:fld id="{B9D2C864-9362-43C7-A136-D9C41D93A96D}"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194560"/>
            <a:ext cx="7772400" cy="1362075"/>
          </a:xfrm>
        </p:spPr>
        <p:txBody>
          <a:bodyPr vert="horz" lIns="45720" tIns="0" rIns="45720" bIns="0" rtlCol="0" anchor="b" anchorCtr="0">
            <a:noAutofit/>
          </a:bodyPr>
          <a:lstStyle>
            <a:lvl1pPr algn="l" defTabSz="914400" rtl="0" eaLnBrk="1" latinLnBrk="0" hangingPunct="1">
              <a:lnSpc>
                <a:spcPts val="5000"/>
              </a:lnSpc>
              <a:spcBef>
                <a:spcPct val="0"/>
              </a:spcBef>
              <a:buNone/>
              <a:defRPr sz="4600" b="1" kern="1200" cap="none" baseline="0">
                <a:solidFill>
                  <a:schemeClr val="tx1"/>
                </a:solidFill>
                <a:latin typeface="+mj-lt"/>
                <a:ea typeface="+mj-ea"/>
                <a:cs typeface="+mj-cs"/>
              </a:defRPr>
            </a:lvl1pPr>
          </a:lstStyle>
          <a:p>
            <a:r>
              <a:rPr lang="en-US"/>
              <a:t>Click to edit Master title style</a:t>
            </a:r>
            <a:endParaRPr/>
          </a:p>
        </p:txBody>
      </p:sp>
      <p:sp>
        <p:nvSpPr>
          <p:cNvPr id="3" name="Text Placeholder 2"/>
          <p:cNvSpPr>
            <a:spLocks noGrp="1"/>
          </p:cNvSpPr>
          <p:nvPr>
            <p:ph type="body" idx="1"/>
          </p:nvPr>
        </p:nvSpPr>
        <p:spPr>
          <a:xfrm>
            <a:off x="457200" y="3557016"/>
            <a:ext cx="7772400" cy="987552"/>
          </a:xfrm>
        </p:spPr>
        <p:txBody>
          <a:bodyPr vert="horz" lIns="91440" tIns="0" rIns="45720" bIns="0" rtlCol="0" anchor="t" anchorCtr="0">
            <a:normAutofit/>
          </a:bodyPr>
          <a:lstStyle>
            <a:lvl1pPr marL="0" indent="0">
              <a:spcBef>
                <a:spcPts val="0"/>
              </a:spcBef>
              <a:buNone/>
              <a:defRPr sz="2200" kern="1200">
                <a:solidFill>
                  <a:schemeClr val="tx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SzPct val="90000"/>
              <a:buFontTx/>
              <a:buNone/>
            </a:pPr>
            <a:r>
              <a:rPr lang="en-US"/>
              <a:t>Click to edit Master text styles</a:t>
            </a:r>
          </a:p>
        </p:txBody>
      </p:sp>
      <p:sp>
        <p:nvSpPr>
          <p:cNvPr id="4" name="Date Placeholder 3"/>
          <p:cNvSpPr>
            <a:spLocks noGrp="1"/>
          </p:cNvSpPr>
          <p:nvPr>
            <p:ph type="dt" sz="half" idx="10"/>
          </p:nvPr>
        </p:nvSpPr>
        <p:spPr/>
        <p:txBody>
          <a:bodyPr/>
          <a:lstStyle/>
          <a:p>
            <a:fld id="{E8C5FC5C-B2FA-4855-AC62-A5FF89BECE53}" type="datetime1">
              <a:rPr lang="en-US" smtClean="0"/>
              <a:pPr/>
              <a:t>9/12/2022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D2C864-9362-43C7-A136-D9C41D93A96D}"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Watermark">
    <p:bg>
      <p:bgRef idx="1002">
        <a:schemeClr val="bg2"/>
      </p:bgRef>
    </p:bg>
    <p:spTree>
      <p:nvGrpSpPr>
        <p:cNvPr id="1" name=""/>
        <p:cNvGrpSpPr/>
        <p:nvPr/>
      </p:nvGrpSpPr>
      <p:grpSpPr>
        <a:xfrm>
          <a:off x="0" y="0"/>
          <a:ext cx="0" cy="0"/>
          <a:chOff x="0" y="0"/>
          <a:chExt cx="0" cy="0"/>
        </a:xfrm>
      </p:grpSpPr>
      <p:sp>
        <p:nvSpPr>
          <p:cNvPr id="7" name="Text Placeholder 7"/>
          <p:cNvSpPr>
            <a:spLocks noGrp="1"/>
          </p:cNvSpPr>
          <p:nvPr>
            <p:ph type="body" sz="quarter" idx="13"/>
          </p:nvPr>
        </p:nvSpPr>
        <p:spPr>
          <a:xfrm>
            <a:off x="712693" y="1689847"/>
            <a:ext cx="8431303" cy="2209800"/>
          </a:xfrm>
        </p:spPr>
        <p:txBody>
          <a:bodyPr wrap="none" lIns="0" tIns="0" rIns="0" bIns="0" anchor="ctr" anchorCtr="0">
            <a:noAutofit/>
          </a:bodyPr>
          <a:lstStyle>
            <a:lvl1pPr marL="0" indent="0" algn="l">
              <a:spcBef>
                <a:spcPts val="0"/>
              </a:spcBef>
              <a:buNone/>
              <a:defRPr sz="12200">
                <a:gradFill>
                  <a:gsLst>
                    <a:gs pos="0">
                      <a:schemeClr val="tx1">
                        <a:alpha val="10000"/>
                      </a:schemeClr>
                    </a:gs>
                    <a:gs pos="100000">
                      <a:schemeClr val="tx1">
                        <a:alpha val="10000"/>
                      </a:schemeClr>
                    </a:gs>
                  </a:gsLst>
                  <a:lin ang="5400000" scaled="0"/>
                </a:gradFill>
                <a:latin typeface="Impact" pitchFamily="34" charset="0"/>
              </a:defRPr>
            </a:lvl1pPr>
            <a:lvl2pPr marL="0" indent="0" algn="l">
              <a:spcBef>
                <a:spcPts val="0"/>
              </a:spcBef>
              <a:buNone/>
              <a:defRPr sz="12200">
                <a:gradFill>
                  <a:gsLst>
                    <a:gs pos="0">
                      <a:schemeClr val="tx1">
                        <a:alpha val="10000"/>
                      </a:schemeClr>
                    </a:gs>
                    <a:gs pos="100000">
                      <a:schemeClr val="tx1">
                        <a:alpha val="10000"/>
                      </a:schemeClr>
                    </a:gs>
                  </a:gsLst>
                  <a:lin ang="5400000" scaled="0"/>
                </a:gradFill>
                <a:latin typeface="Impact" pitchFamily="34" charset="0"/>
              </a:defRPr>
            </a:lvl2pPr>
            <a:lvl3pPr marL="0" indent="0" algn="l">
              <a:spcBef>
                <a:spcPts val="0"/>
              </a:spcBef>
              <a:buNone/>
              <a:defRPr sz="12200">
                <a:gradFill>
                  <a:gsLst>
                    <a:gs pos="0">
                      <a:schemeClr val="tx1">
                        <a:alpha val="10000"/>
                      </a:schemeClr>
                    </a:gs>
                    <a:gs pos="100000">
                      <a:schemeClr val="tx1">
                        <a:alpha val="10000"/>
                      </a:schemeClr>
                    </a:gs>
                  </a:gsLst>
                  <a:lin ang="5400000" scaled="0"/>
                </a:gradFill>
                <a:latin typeface="Impact" pitchFamily="34" charset="0"/>
              </a:defRPr>
            </a:lvl3pPr>
            <a:lvl4pPr marL="0" indent="0" algn="l">
              <a:spcBef>
                <a:spcPts val="0"/>
              </a:spcBef>
              <a:buNone/>
              <a:defRPr sz="12200">
                <a:gradFill>
                  <a:gsLst>
                    <a:gs pos="0">
                      <a:schemeClr val="tx1">
                        <a:alpha val="10000"/>
                      </a:schemeClr>
                    </a:gs>
                    <a:gs pos="100000">
                      <a:schemeClr val="tx1">
                        <a:alpha val="10000"/>
                      </a:schemeClr>
                    </a:gs>
                  </a:gsLst>
                  <a:lin ang="5400000" scaled="0"/>
                </a:gradFill>
                <a:latin typeface="Impact" pitchFamily="34" charset="0"/>
              </a:defRPr>
            </a:lvl4pPr>
            <a:lvl5pPr marL="0" indent="0" algn="l">
              <a:spcBef>
                <a:spcPts val="0"/>
              </a:spcBef>
              <a:buNone/>
              <a:defRPr sz="12200">
                <a:gradFill>
                  <a:gsLst>
                    <a:gs pos="0">
                      <a:schemeClr val="tx1">
                        <a:alpha val="10000"/>
                      </a:schemeClr>
                    </a:gs>
                    <a:gs pos="100000">
                      <a:schemeClr val="tx1">
                        <a:alpha val="10000"/>
                      </a:schemeClr>
                    </a:gs>
                  </a:gsLst>
                  <a:lin ang="5400000" scaled="0"/>
                </a:gradFill>
                <a:latin typeface="Impact" pitchFamily="34" charset="0"/>
              </a:defRPr>
            </a:lvl5pPr>
          </a:lstStyle>
          <a:p>
            <a:pPr lvl="0"/>
            <a:r>
              <a:rPr lang="en-US"/>
              <a:t>Click to edit Master text styles</a:t>
            </a:r>
          </a:p>
        </p:txBody>
      </p:sp>
      <p:sp>
        <p:nvSpPr>
          <p:cNvPr id="2" name="Title 1"/>
          <p:cNvSpPr>
            <a:spLocks noGrp="1"/>
          </p:cNvSpPr>
          <p:nvPr>
            <p:ph type="title"/>
          </p:nvPr>
        </p:nvSpPr>
        <p:spPr>
          <a:xfrm>
            <a:off x="457201" y="2196353"/>
            <a:ext cx="5334000" cy="1362075"/>
          </a:xfrm>
        </p:spPr>
        <p:txBody>
          <a:bodyPr lIns="45720" tIns="0" rIns="45720" bIns="0" anchor="b" anchorCtr="0"/>
          <a:lstStyle>
            <a:lvl1pPr algn="l">
              <a:lnSpc>
                <a:spcPts val="5000"/>
              </a:lnSpc>
              <a:defRPr sz="4600" b="1" cap="none" baseline="0"/>
            </a:lvl1pPr>
          </a:lstStyle>
          <a:p>
            <a:r>
              <a:rPr lang="en-US"/>
              <a:t>Click to edit Master title style</a:t>
            </a:r>
            <a:endParaRPr/>
          </a:p>
        </p:txBody>
      </p:sp>
      <p:sp>
        <p:nvSpPr>
          <p:cNvPr id="3" name="Text Placeholder 2"/>
          <p:cNvSpPr>
            <a:spLocks noGrp="1"/>
          </p:cNvSpPr>
          <p:nvPr>
            <p:ph type="body" idx="1"/>
          </p:nvPr>
        </p:nvSpPr>
        <p:spPr>
          <a:xfrm>
            <a:off x="457200" y="3560618"/>
            <a:ext cx="5334000" cy="983087"/>
          </a:xfrm>
        </p:spPr>
        <p:txBody>
          <a:bodyPr tIns="0" rIns="45720" bIns="0" anchor="t" anchorCtr="0"/>
          <a:lstStyle>
            <a:lvl1pPr marL="0" indent="0">
              <a:spcBef>
                <a:spcPct val="0"/>
              </a:spcBef>
              <a:buNone/>
              <a:defRPr sz="22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B25548-CEDF-4C8A-9A13-2E463793AE17}" type="datetime1">
              <a:rPr lang="en-US" smtClean="0"/>
              <a:pPr/>
              <a:t>9/12/2022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D2C864-9362-43C7-A136-D9C41D93A96D}"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tion with Picture">
    <p:bg>
      <p:bgPr>
        <a:blipFill dpi="0" rotWithShape="1">
          <a:blip r:embed="rId2">
            <a:lum/>
          </a:blip>
          <a:srcRect/>
          <a:stretch>
            <a:fillRect t="-4000" b="-4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152775" y="4069804"/>
            <a:ext cx="5538788" cy="1162050"/>
          </a:xfrm>
        </p:spPr>
        <p:txBody>
          <a:bodyPr tIns="0" bIns="0" anchor="b"/>
          <a:lstStyle>
            <a:lvl1pPr algn="l">
              <a:lnSpc>
                <a:spcPts val="4600"/>
              </a:lnSpc>
              <a:defRPr sz="4600" b="1"/>
            </a:lvl1pPr>
          </a:lstStyle>
          <a:p>
            <a:r>
              <a:rPr lang="en-US"/>
              <a:t>Click to edit Master title style</a:t>
            </a:r>
            <a:endParaRPr/>
          </a:p>
        </p:txBody>
      </p:sp>
      <p:grpSp>
        <p:nvGrpSpPr>
          <p:cNvPr id="3" name="Group 8"/>
          <p:cNvGrpSpPr/>
          <p:nvPr/>
        </p:nvGrpSpPr>
        <p:grpSpPr>
          <a:xfrm rot="21240000">
            <a:off x="654352" y="445180"/>
            <a:ext cx="5416247" cy="3630168"/>
            <a:chOff x="1524000" y="381000"/>
            <a:chExt cx="3657600" cy="4737978"/>
          </a:xfrm>
        </p:grpSpPr>
        <p:sp>
          <p:nvSpPr>
            <p:cNvPr id="10" name="Rectangle 9"/>
            <p:cNvSpPr/>
            <p:nvPr userDrawn="1"/>
          </p:nvSpPr>
          <p:spPr>
            <a:xfrm>
              <a:off x="1524000" y="381000"/>
              <a:ext cx="3657600" cy="4724400"/>
            </a:xfrm>
            <a:prstGeom prst="rect">
              <a:avLst/>
            </a:prstGeom>
            <a:solidFill>
              <a:schemeClr val="bg1"/>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userDrawn="1"/>
          </p:nvSpPr>
          <p:spPr>
            <a:xfrm>
              <a:off x="1524000" y="381000"/>
              <a:ext cx="3657600" cy="4737978"/>
            </a:xfrm>
            <a:prstGeom prst="rect">
              <a:avLst/>
            </a:prstGeom>
            <a:gradFill flip="none" rotWithShape="1">
              <a:gsLst>
                <a:gs pos="0">
                  <a:schemeClr val="bg1">
                    <a:lumMod val="85000"/>
                  </a:schemeClr>
                </a:gs>
                <a:gs pos="15000">
                  <a:schemeClr val="bg1">
                    <a:alpha val="75000"/>
                  </a:schemeClr>
                </a:gs>
                <a:gs pos="100000">
                  <a:schemeClr val="bg1"/>
                </a:gs>
                <a:gs pos="100000">
                  <a:schemeClr val="bg1"/>
                </a:gs>
              </a:gsLst>
              <a:path path="rect">
                <a:fillToRect r="100000" b="100000"/>
              </a:path>
              <a:tileRect l="-100000" t="-100000"/>
            </a:gradFill>
            <a:ln>
              <a:noFill/>
            </a:ln>
            <a:effectLst>
              <a:innerShdw blurRad="190500" dist="88900" dir="13500000">
                <a:schemeClr val="bg1">
                  <a:lumMod val="65000"/>
                  <a:alpha val="2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Picture Placeholder 9"/>
          <p:cNvSpPr>
            <a:spLocks noGrp="1"/>
          </p:cNvSpPr>
          <p:nvPr>
            <p:ph type="pic" sz="quarter" idx="15"/>
          </p:nvPr>
        </p:nvSpPr>
        <p:spPr>
          <a:xfrm rot="21240000">
            <a:off x="857677" y="632632"/>
            <a:ext cx="5009597" cy="3255264"/>
          </a:xfrm>
          <a:solidFill>
            <a:schemeClr val="bg1">
              <a:lumMod val="85000"/>
            </a:schemeClr>
          </a:solidFill>
        </p:spPr>
        <p:txBody>
          <a:bodyPr/>
          <a:lstStyle>
            <a:lvl1pPr>
              <a:buNone/>
              <a:defRPr/>
            </a:lvl1pPr>
          </a:lstStyle>
          <a:p>
            <a:r>
              <a:rPr lang="en-US"/>
              <a:t>Drag picture to placeholder or click icon to add</a:t>
            </a:r>
            <a:endParaRPr/>
          </a:p>
        </p:txBody>
      </p:sp>
      <p:sp>
        <p:nvSpPr>
          <p:cNvPr id="4" name="Text Placeholder 3"/>
          <p:cNvSpPr>
            <a:spLocks noGrp="1"/>
          </p:cNvSpPr>
          <p:nvPr>
            <p:ph type="body" sz="half" idx="2"/>
          </p:nvPr>
        </p:nvSpPr>
        <p:spPr>
          <a:xfrm>
            <a:off x="3158117" y="5230906"/>
            <a:ext cx="5532958" cy="865093"/>
          </a:xfrm>
        </p:spPr>
        <p:txBody>
          <a:bodyPr/>
          <a:lstStyle>
            <a:lvl1pPr marL="0" indent="0">
              <a:spcBef>
                <a:spcPct val="0"/>
              </a:spcBef>
              <a:buNone/>
              <a:defRPr sz="2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B6703A1-5AD4-423A-98E8-BB763835D81B}" type="datetime1">
              <a:rPr lang="en-US" smtClean="0"/>
              <a:pPr/>
              <a:t>9/12/2022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D2C864-9362-43C7-A136-D9C41D93A96D}"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914400" y="1735139"/>
            <a:ext cx="3566160" cy="4056062"/>
          </a:xfrm>
        </p:spPr>
        <p:txBody>
          <a:bodyPr/>
          <a:lstStyle>
            <a:lvl1pPr>
              <a:defRPr sz="2200"/>
            </a:lvl1pPr>
            <a:lvl2pPr>
              <a:defRPr sz="2000"/>
            </a:lvl2pPr>
            <a:lvl3pPr>
              <a:defRPr sz="1800"/>
            </a:lvl3pPr>
            <a:lvl4pPr>
              <a:defRPr sz="1800"/>
            </a:lvl4pPr>
            <a:lvl5pPr>
              <a:defRPr sz="1800"/>
            </a:lvl5pPr>
            <a:lvl6pPr marL="2290763" indent="-344488">
              <a:defRPr sz="1800"/>
            </a:lvl6pPr>
            <a:lvl7pPr marL="2290763" indent="-344488">
              <a:defRPr sz="1800"/>
            </a:lvl7pPr>
            <a:lvl8pPr marL="2290763" indent="-344488">
              <a:defRPr sz="1800"/>
            </a:lvl8pPr>
            <a:lvl9pPr marL="2290763" indent="-344488">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4648200" y="1735139"/>
            <a:ext cx="3566160" cy="4056062"/>
          </a:xfrm>
        </p:spPr>
        <p:txBody>
          <a:bodyPr/>
          <a:lstStyle>
            <a:lvl1pPr>
              <a:defRPr sz="2200"/>
            </a:lvl1pPr>
            <a:lvl2pPr>
              <a:defRPr sz="2000"/>
            </a:lvl2pPr>
            <a:lvl3pPr>
              <a:defRPr sz="1800"/>
            </a:lvl3pPr>
            <a:lvl4pPr>
              <a:defRPr sz="1800"/>
            </a:lvl4pPr>
            <a:lvl5pPr>
              <a:defRPr sz="1800"/>
            </a:lvl5pPr>
            <a:lvl6pPr marL="2290763" indent="-344488">
              <a:defRPr sz="1800"/>
            </a:lvl6pPr>
            <a:lvl7pPr marL="2290763" indent="-344488">
              <a:defRPr sz="1800"/>
            </a:lvl7pPr>
            <a:lvl8pPr marL="2290763" indent="-344488">
              <a:defRPr sz="1800"/>
            </a:lvl8pPr>
            <a:lvl9pPr marL="2290763" indent="-344488">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99645AE0-68EA-42CD-8214-E078E79092D8}" type="datetime1">
              <a:rPr lang="en-US" smtClean="0"/>
              <a:pPr/>
              <a:t>9/12/2022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D2C864-9362-43C7-A136-D9C41D93A96D}"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971326" y="1419366"/>
            <a:ext cx="3200400" cy="584035"/>
          </a:xfrm>
        </p:spPr>
        <p:txBody>
          <a:bodyPr anchor="b"/>
          <a:lstStyle>
            <a:lvl1pPr marL="0" indent="0" algn="ctr">
              <a:spcBef>
                <a:spcPct val="0"/>
              </a:spcBef>
              <a:buNone/>
              <a:defRPr sz="2200" b="0">
                <a:solidFill>
                  <a:schemeClr val="tx2">
                    <a:lumMod val="60000"/>
                    <a:lumOff val="40000"/>
                  </a:schemeClr>
                </a:solidFill>
                <a:latin typeface="Impact"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97367" y="2174875"/>
            <a:ext cx="3566160" cy="3616325"/>
          </a:xfrm>
        </p:spPr>
        <p:txBody>
          <a:bodyPr/>
          <a:lstStyle>
            <a:lvl1pPr>
              <a:defRPr sz="2200"/>
            </a:lvl1pPr>
            <a:lvl2pPr>
              <a:defRPr sz="2000"/>
            </a:lvl2pPr>
            <a:lvl3pPr>
              <a:defRPr sz="1800"/>
            </a:lvl3pPr>
            <a:lvl4pPr>
              <a:defRPr sz="1600"/>
            </a:lvl4pPr>
            <a:lvl5pPr>
              <a:defRPr sz="1600"/>
            </a:lvl5pPr>
            <a:lvl6pPr marL="2290763" indent="-344488">
              <a:defRPr sz="1600"/>
            </a:lvl6pPr>
            <a:lvl7pPr marL="2290763" indent="-344488">
              <a:defRPr sz="1600"/>
            </a:lvl7pPr>
            <a:lvl8pPr marL="2290763" indent="-344488">
              <a:defRPr sz="1600"/>
            </a:lvl8pPr>
            <a:lvl9pPr marL="2290763" indent="-344488">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ext Placeholder 4"/>
          <p:cNvSpPr>
            <a:spLocks noGrp="1"/>
          </p:cNvSpPr>
          <p:nvPr>
            <p:ph type="body" sz="quarter" idx="3"/>
          </p:nvPr>
        </p:nvSpPr>
        <p:spPr>
          <a:xfrm>
            <a:off x="4930247" y="1419366"/>
            <a:ext cx="3200400" cy="584035"/>
          </a:xfrm>
        </p:spPr>
        <p:txBody>
          <a:bodyPr anchor="b"/>
          <a:lstStyle>
            <a:lvl1pPr marL="0" indent="0" algn="ctr">
              <a:spcBef>
                <a:spcPct val="0"/>
              </a:spcBef>
              <a:buNone/>
              <a:defRPr sz="2200" b="0">
                <a:solidFill>
                  <a:schemeClr val="tx2">
                    <a:lumMod val="60000"/>
                    <a:lumOff val="40000"/>
                  </a:schemeClr>
                </a:solidFill>
                <a:latin typeface="Impact"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6514" y="2174875"/>
            <a:ext cx="3566160" cy="3616325"/>
          </a:xfrm>
        </p:spPr>
        <p:txBody>
          <a:bodyPr/>
          <a:lstStyle>
            <a:lvl1pPr>
              <a:defRPr sz="2200"/>
            </a:lvl1pPr>
            <a:lvl2pPr>
              <a:defRPr sz="2000"/>
            </a:lvl2pPr>
            <a:lvl3pPr>
              <a:defRPr sz="1800"/>
            </a:lvl3pPr>
            <a:lvl4pPr>
              <a:defRPr sz="1600"/>
            </a:lvl4pPr>
            <a:lvl5pPr>
              <a:defRPr sz="1600"/>
            </a:lvl5pPr>
            <a:lvl6pPr marL="2290763" indent="-344488">
              <a:defRPr sz="1600"/>
            </a:lvl6pPr>
            <a:lvl7pPr marL="2290763" indent="-344488">
              <a:defRPr sz="1600"/>
            </a:lvl7pPr>
            <a:lvl8pPr marL="2290763" indent="-344488">
              <a:defRPr sz="1600"/>
            </a:lvl8pPr>
            <a:lvl9pPr marL="2290763" indent="-344488">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Date Placeholder 6"/>
          <p:cNvSpPr>
            <a:spLocks noGrp="1"/>
          </p:cNvSpPr>
          <p:nvPr>
            <p:ph type="dt" sz="half" idx="10"/>
          </p:nvPr>
        </p:nvSpPr>
        <p:spPr/>
        <p:txBody>
          <a:bodyPr/>
          <a:lstStyle/>
          <a:p>
            <a:fld id="{86038AE3-0B6F-4347-BBB5-CE33AEDAF1C1}" type="datetime1">
              <a:rPr lang="en-US" smtClean="0"/>
              <a:pPr/>
              <a:t>9/12/2022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9D2C864-9362-43C7-A136-D9C41D93A96D}" type="slidenum">
              <a:rPr lang="en-US" smtClean="0"/>
              <a:pPr/>
              <a:t>‹#›</a:t>
            </a:fld>
            <a:endParaRPr lang="en-US"/>
          </a:p>
        </p:txBody>
      </p:sp>
      <p:pic>
        <p:nvPicPr>
          <p:cNvPr id="11" name="Picture 10" descr="Comparison-Underline.png"/>
          <p:cNvPicPr>
            <a:picLocks noChangeAspect="1"/>
          </p:cNvPicPr>
          <p:nvPr/>
        </p:nvPicPr>
        <p:blipFill>
          <a:blip r:embed="rId2"/>
          <a:stretch>
            <a:fillRect/>
          </a:stretch>
        </p:blipFill>
        <p:spPr>
          <a:xfrm>
            <a:off x="957039" y="1897040"/>
            <a:ext cx="3228975" cy="142875"/>
          </a:xfrm>
          <a:prstGeom prst="rect">
            <a:avLst/>
          </a:prstGeom>
        </p:spPr>
      </p:pic>
      <p:pic>
        <p:nvPicPr>
          <p:cNvPr id="13" name="Picture 12" descr="Comparison-Underline.png"/>
          <p:cNvPicPr>
            <a:picLocks noChangeAspect="1"/>
          </p:cNvPicPr>
          <p:nvPr/>
        </p:nvPicPr>
        <p:blipFill>
          <a:blip r:embed="rId2"/>
          <a:stretch>
            <a:fillRect/>
          </a:stretch>
        </p:blipFill>
        <p:spPr>
          <a:xfrm>
            <a:off x="4915960" y="1897040"/>
            <a:ext cx="3228975" cy="142875"/>
          </a:xfrm>
          <a:prstGeom prst="rect">
            <a:avLst/>
          </a:prstGeom>
        </p:spPr>
      </p:pic>
      <p:pic>
        <p:nvPicPr>
          <p:cNvPr id="12" name="Picture 11" descr="Comparison-Underline.png"/>
          <p:cNvPicPr>
            <a:picLocks noChangeAspect="1"/>
          </p:cNvPicPr>
          <p:nvPr/>
        </p:nvPicPr>
        <p:blipFill>
          <a:blip r:embed="rId2"/>
          <a:stretch>
            <a:fillRect/>
          </a:stretch>
        </p:blipFill>
        <p:spPr>
          <a:xfrm>
            <a:off x="957039" y="1897040"/>
            <a:ext cx="3228975" cy="142875"/>
          </a:xfrm>
          <a:prstGeom prst="rect">
            <a:avLst/>
          </a:prstGeom>
        </p:spPr>
      </p:pic>
      <p:pic>
        <p:nvPicPr>
          <p:cNvPr id="14" name="Picture 13" descr="Comparison-Underline.png"/>
          <p:cNvPicPr>
            <a:picLocks noChangeAspect="1"/>
          </p:cNvPicPr>
          <p:nvPr/>
        </p:nvPicPr>
        <p:blipFill>
          <a:blip r:embed="rId2"/>
          <a:stretch>
            <a:fillRect/>
          </a:stretch>
        </p:blipFill>
        <p:spPr>
          <a:xfrm>
            <a:off x="4915960" y="1897040"/>
            <a:ext cx="3228975" cy="142875"/>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914400" y="1735138"/>
            <a:ext cx="7315200" cy="1920240"/>
          </a:xfrm>
        </p:spPr>
        <p:txBody>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AD92A657-5661-478F-A730-50CAE006DBBC}" type="datetime1">
              <a:rPr lang="en-US" smtClean="0"/>
              <a:pPr/>
              <a:t>9/12/2022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D2C864-9362-43C7-A136-D9C41D93A96D}" type="slidenum">
              <a:rPr lang="en-US" smtClean="0"/>
              <a:pPr/>
              <a:t>‹#›</a:t>
            </a:fld>
            <a:endParaRPr lang="en-US"/>
          </a:p>
        </p:txBody>
      </p:sp>
      <p:sp>
        <p:nvSpPr>
          <p:cNvPr id="8" name="Content Placeholder 2"/>
          <p:cNvSpPr>
            <a:spLocks noGrp="1"/>
          </p:cNvSpPr>
          <p:nvPr>
            <p:ph sz="half" idx="13"/>
          </p:nvPr>
        </p:nvSpPr>
        <p:spPr>
          <a:xfrm>
            <a:off x="914400" y="3870960"/>
            <a:ext cx="7315200" cy="1920240"/>
          </a:xfrm>
        </p:spPr>
        <p:txBody>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5" name="Date Placeholder 4"/>
          <p:cNvSpPr>
            <a:spLocks noGrp="1"/>
          </p:cNvSpPr>
          <p:nvPr>
            <p:ph type="dt" sz="half" idx="10"/>
          </p:nvPr>
        </p:nvSpPr>
        <p:spPr/>
        <p:txBody>
          <a:bodyPr/>
          <a:lstStyle/>
          <a:p>
            <a:fld id="{DF53657C-4145-4040-B088-0795899EB5E8}" type="datetime1">
              <a:rPr lang="en-US" smtClean="0"/>
              <a:pPr/>
              <a:t>9/12/2022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D2C864-9362-43C7-A136-D9C41D93A96D}" type="slidenum">
              <a:rPr lang="en-US" smtClean="0"/>
              <a:pPr/>
              <a:t>‹#›</a:t>
            </a:fld>
            <a:endParaRPr lang="en-US"/>
          </a:p>
        </p:txBody>
      </p:sp>
      <p:sp>
        <p:nvSpPr>
          <p:cNvPr id="11" name="Content Placeholder 2"/>
          <p:cNvSpPr>
            <a:spLocks noGrp="1"/>
          </p:cNvSpPr>
          <p:nvPr>
            <p:ph sz="half" idx="14"/>
          </p:nvPr>
        </p:nvSpPr>
        <p:spPr>
          <a:xfrm>
            <a:off x="4645152" y="1735138"/>
            <a:ext cx="3566160" cy="1920240"/>
          </a:xfrm>
        </p:spPr>
        <p:txBody>
          <a:bodyPr/>
          <a:lstStyle>
            <a:lvl1pPr>
              <a:defRPr sz="2200"/>
            </a:lvl1pPr>
            <a:lvl2pPr>
              <a:defRPr sz="2000"/>
            </a:lvl2pPr>
            <a:lvl3pPr>
              <a:defRPr sz="1800"/>
            </a:lvl3pPr>
            <a:lvl4pPr>
              <a:defRPr sz="1800"/>
            </a:lvl4pPr>
            <a:lvl5pPr>
              <a:defRPr sz="1800"/>
            </a:lvl5pPr>
            <a:lvl6pPr marL="2290763" indent="-344488">
              <a:tabLst/>
              <a:defRPr sz="1800"/>
            </a:lvl6pPr>
            <a:lvl7pPr marL="2290763" indent="-344488">
              <a:tabLst/>
              <a:defRPr sz="1800"/>
            </a:lvl7pPr>
            <a:lvl8pPr marL="2290763" indent="-344488">
              <a:tabLst/>
              <a:defRPr sz="1800"/>
            </a:lvl8pPr>
            <a:lvl9pPr marL="2290763" indent="-344488">
              <a:tabLst/>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2" name="Content Placeholder 2"/>
          <p:cNvSpPr>
            <a:spLocks noGrp="1"/>
          </p:cNvSpPr>
          <p:nvPr>
            <p:ph sz="half" idx="15"/>
          </p:nvPr>
        </p:nvSpPr>
        <p:spPr>
          <a:xfrm>
            <a:off x="4645152" y="3870960"/>
            <a:ext cx="3566160" cy="1920240"/>
          </a:xfrm>
        </p:spPr>
        <p:txBody>
          <a:bodyPr/>
          <a:lstStyle>
            <a:lvl1pPr>
              <a:defRPr sz="2200"/>
            </a:lvl1pPr>
            <a:lvl2pPr>
              <a:defRPr sz="2000"/>
            </a:lvl2pPr>
            <a:lvl3pPr>
              <a:defRPr sz="1800"/>
            </a:lvl3pPr>
            <a:lvl4pPr>
              <a:defRPr sz="1800"/>
            </a:lvl4pPr>
            <a:lvl5pPr>
              <a:defRPr sz="1800"/>
            </a:lvl5pPr>
            <a:lvl6pPr marL="2290763" indent="-344488">
              <a:defRPr sz="1800"/>
            </a:lvl6pPr>
            <a:lvl7pPr marL="2290763" indent="-344488">
              <a:defRPr sz="1800"/>
            </a:lvl7pPr>
            <a:lvl8pPr marL="2290763" indent="-344488">
              <a:defRPr sz="1800"/>
            </a:lvl8pPr>
            <a:lvl9pPr marL="2290763" indent="-344488">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0" name="Content Placeholder 2"/>
          <p:cNvSpPr>
            <a:spLocks noGrp="1"/>
          </p:cNvSpPr>
          <p:nvPr>
            <p:ph sz="half" idx="1"/>
          </p:nvPr>
        </p:nvSpPr>
        <p:spPr>
          <a:xfrm>
            <a:off x="914400" y="1735139"/>
            <a:ext cx="3566160" cy="4056062"/>
          </a:xfrm>
        </p:spPr>
        <p:txBody>
          <a:bodyPr/>
          <a:lstStyle>
            <a:lvl1pPr>
              <a:defRPr sz="2200"/>
            </a:lvl1pPr>
            <a:lvl2pPr>
              <a:defRPr sz="2000"/>
            </a:lvl2pPr>
            <a:lvl3pPr>
              <a:defRPr sz="1800"/>
            </a:lvl3pPr>
            <a:lvl4pPr>
              <a:defRPr sz="1800"/>
            </a:lvl4pPr>
            <a:lvl5pPr>
              <a:defRPr sz="1800"/>
            </a:lvl5pPr>
            <a:lvl6pPr marL="2290763" indent="-344488">
              <a:defRPr sz="1800"/>
            </a:lvl6pPr>
            <a:lvl7pPr marL="2290763" indent="-344488">
              <a:defRPr sz="1800"/>
            </a:lvl7pPr>
            <a:lvl8pPr marL="2290763" indent="-344488">
              <a:defRPr sz="1800"/>
            </a:lvl8pPr>
            <a:lvl9pPr marL="2290763" indent="-344488">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914400" y="1735138"/>
            <a:ext cx="3566160" cy="1920240"/>
          </a:xfrm>
        </p:spPr>
        <p:txBody>
          <a:bodyPr/>
          <a:lstStyle>
            <a:lvl1pPr>
              <a:defRPr sz="2200"/>
            </a:lvl1pPr>
            <a:lvl2pPr>
              <a:defRPr sz="2000"/>
            </a:lvl2pPr>
            <a:lvl3pPr>
              <a:defRPr sz="1800"/>
            </a:lvl3pPr>
            <a:lvl4pPr>
              <a:defRPr sz="1800"/>
            </a:lvl4pPr>
            <a:lvl5pPr>
              <a:defRPr sz="1800"/>
            </a:lvl5pPr>
            <a:lvl6pPr marL="2290763" indent="-344488">
              <a:defRPr sz="1800"/>
            </a:lvl6pPr>
            <a:lvl7pPr marL="2290763" indent="-344488">
              <a:defRPr sz="1800"/>
            </a:lvl7pPr>
            <a:lvl8pPr marL="2290763" indent="-344488">
              <a:defRPr sz="1800"/>
            </a:lvl8pPr>
            <a:lvl9pPr marL="2290763" indent="-344488">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A6B430B6-545D-4D92-B3A8-B98A56150E5C}" type="datetime1">
              <a:rPr lang="en-US" smtClean="0"/>
              <a:pPr/>
              <a:t>9/12/2022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D2C864-9362-43C7-A136-D9C41D93A96D}" type="slidenum">
              <a:rPr lang="en-US" smtClean="0"/>
              <a:pPr/>
              <a:t>‹#›</a:t>
            </a:fld>
            <a:endParaRPr lang="en-US"/>
          </a:p>
        </p:txBody>
      </p:sp>
      <p:sp>
        <p:nvSpPr>
          <p:cNvPr id="8" name="Content Placeholder 2"/>
          <p:cNvSpPr>
            <a:spLocks noGrp="1"/>
          </p:cNvSpPr>
          <p:nvPr>
            <p:ph sz="half" idx="13"/>
          </p:nvPr>
        </p:nvSpPr>
        <p:spPr>
          <a:xfrm>
            <a:off x="914400" y="3870960"/>
            <a:ext cx="3566160" cy="1920240"/>
          </a:xfrm>
        </p:spPr>
        <p:txBody>
          <a:bodyPr/>
          <a:lstStyle>
            <a:lvl1pPr>
              <a:defRPr sz="2200"/>
            </a:lvl1pPr>
            <a:lvl2pPr>
              <a:defRPr sz="2000"/>
            </a:lvl2pPr>
            <a:lvl3pPr>
              <a:defRPr sz="1800"/>
            </a:lvl3pPr>
            <a:lvl4pPr>
              <a:defRPr sz="1800"/>
            </a:lvl4pPr>
            <a:lvl5pPr>
              <a:defRPr sz="1800"/>
            </a:lvl5pPr>
            <a:lvl6pPr marL="2290763" indent="-344488">
              <a:defRPr sz="1800"/>
            </a:lvl6pPr>
            <a:lvl7pPr marL="2290763" indent="-344488">
              <a:defRPr sz="1800"/>
            </a:lvl7pPr>
            <a:lvl8pPr marL="2290763" indent="-344488">
              <a:defRPr sz="1800"/>
            </a:lvl8pPr>
            <a:lvl9pPr marL="2290763" indent="-344488">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1" name="Content Placeholder 2"/>
          <p:cNvSpPr>
            <a:spLocks noGrp="1"/>
          </p:cNvSpPr>
          <p:nvPr>
            <p:ph sz="half" idx="14"/>
          </p:nvPr>
        </p:nvSpPr>
        <p:spPr>
          <a:xfrm>
            <a:off x="4645152" y="1735138"/>
            <a:ext cx="3566160" cy="1920240"/>
          </a:xfrm>
        </p:spPr>
        <p:txBody>
          <a:bodyPr/>
          <a:lstStyle>
            <a:lvl1pPr>
              <a:defRPr sz="2200"/>
            </a:lvl1pPr>
            <a:lvl2pPr>
              <a:defRPr sz="2000"/>
            </a:lvl2pPr>
            <a:lvl3pPr>
              <a:defRPr sz="1800"/>
            </a:lvl3pPr>
            <a:lvl4pPr>
              <a:defRPr sz="1800"/>
            </a:lvl4pPr>
            <a:lvl5pPr>
              <a:defRPr sz="1800"/>
            </a:lvl5pPr>
            <a:lvl6pPr marL="2290763" indent="-344488">
              <a:defRPr sz="1800"/>
            </a:lvl6pPr>
            <a:lvl7pPr marL="2290763" indent="-344488">
              <a:defRPr sz="1800"/>
            </a:lvl7pPr>
            <a:lvl8pPr marL="2290763" indent="-344488">
              <a:defRPr sz="1800"/>
            </a:lvl8pPr>
            <a:lvl9pPr marL="2290763" indent="-344488">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2" name="Content Placeholder 2"/>
          <p:cNvSpPr>
            <a:spLocks noGrp="1"/>
          </p:cNvSpPr>
          <p:nvPr>
            <p:ph sz="half" idx="15"/>
          </p:nvPr>
        </p:nvSpPr>
        <p:spPr>
          <a:xfrm>
            <a:off x="4645152" y="3870960"/>
            <a:ext cx="3566160" cy="1920240"/>
          </a:xfrm>
        </p:spPr>
        <p:txBody>
          <a:bodyPr/>
          <a:lstStyle>
            <a:lvl1pPr>
              <a:defRPr sz="2200"/>
            </a:lvl1pPr>
            <a:lvl2pPr>
              <a:defRPr sz="2000"/>
            </a:lvl2pPr>
            <a:lvl3pPr>
              <a:defRPr sz="1800"/>
            </a:lvl3pPr>
            <a:lvl4pPr>
              <a:defRPr sz="1800"/>
            </a:lvl4pPr>
            <a:lvl5pPr>
              <a:defRPr sz="1800"/>
            </a:lvl5pPr>
            <a:lvl6pPr marL="2290763" indent="-344488">
              <a:defRPr sz="1800"/>
            </a:lvl6pPr>
            <a:lvl7pPr marL="2290763" indent="-344488">
              <a:defRPr sz="1800"/>
            </a:lvl7pPr>
            <a:lvl8pPr marL="2290763" indent="-344488">
              <a:defRPr sz="1800"/>
            </a:lvl8pPr>
            <a:lvl9pPr marL="2290763" indent="-344488">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3E6A3BF6-845F-4793-81D7-14D7BAE1027B}" type="datetime1">
              <a:rPr lang="en-US" smtClean="0"/>
              <a:pPr/>
              <a:t>9/12/2022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9D2C864-9362-43C7-A136-D9C41D93A96D}"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73F97E1-CCB1-478B-9FDE-81346488D341}" type="datetime1">
              <a:rPr lang="en-US" smtClean="0"/>
              <a:pPr/>
              <a:t>9/12/2022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9D2C864-9362-43C7-A136-D9C41D93A96D}" type="slidenum">
              <a:rPr lang="en-US" smtClean="0"/>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1690048"/>
            <a:ext cx="3563938" cy="1162050"/>
          </a:xfrm>
        </p:spPr>
        <p:txBody>
          <a:bodyPr tIns="0" bIns="0" anchor="b"/>
          <a:lstStyle>
            <a:lvl1pPr algn="l">
              <a:lnSpc>
                <a:spcPts val="4600"/>
              </a:lnSpc>
              <a:defRPr sz="4200" b="1"/>
            </a:lvl1pPr>
          </a:lstStyle>
          <a:p>
            <a:r>
              <a:rPr lang="en-US"/>
              <a:t>Click to edit Master title style</a:t>
            </a:r>
            <a:endParaRPr/>
          </a:p>
        </p:txBody>
      </p:sp>
      <p:sp>
        <p:nvSpPr>
          <p:cNvPr id="3" name="Content Placeholder 2"/>
          <p:cNvSpPr>
            <a:spLocks noGrp="1"/>
          </p:cNvSpPr>
          <p:nvPr>
            <p:ph idx="1"/>
          </p:nvPr>
        </p:nvSpPr>
        <p:spPr>
          <a:xfrm>
            <a:off x="4667250" y="368490"/>
            <a:ext cx="3566160" cy="5627498"/>
          </a:xfrm>
        </p:spPr>
        <p:txBody>
          <a:bodyPr/>
          <a:lstStyle>
            <a:lvl1pPr>
              <a:defRPr sz="2200"/>
            </a:lvl1pPr>
            <a:lvl2pPr>
              <a:defRPr sz="2000"/>
            </a:lvl2pPr>
            <a:lvl3pPr>
              <a:defRPr sz="1800"/>
            </a:lvl3pPr>
            <a:lvl4pPr>
              <a:defRPr sz="1800"/>
            </a:lvl4pPr>
            <a:lvl5pPr>
              <a:defRPr sz="1800"/>
            </a:lvl5pPr>
            <a:lvl6pPr>
              <a:defRPr sz="2000"/>
            </a:lvl6pPr>
            <a:lvl7pPr marL="2290763" indent="-344488">
              <a:defRPr sz="2000"/>
            </a:lvl7pPr>
            <a:lvl8pPr marL="2290763" indent="-344488">
              <a:defRPr sz="2000"/>
            </a:lvl8pPr>
            <a:lvl9pPr marL="2290763" indent="-344488">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Text Placeholder 3"/>
          <p:cNvSpPr>
            <a:spLocks noGrp="1"/>
          </p:cNvSpPr>
          <p:nvPr>
            <p:ph type="body" sz="half" idx="2"/>
          </p:nvPr>
        </p:nvSpPr>
        <p:spPr>
          <a:xfrm>
            <a:off x="914398" y="2866030"/>
            <a:ext cx="3563938" cy="2163171"/>
          </a:xfrm>
        </p:spPr>
        <p:txBody>
          <a:bodyPr/>
          <a:lstStyle>
            <a:lvl1pPr marL="0" indent="0">
              <a:spcBef>
                <a:spcPts val="600"/>
              </a:spcBef>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7E8A1BA-EE9B-4735-A8A2-D2F5AA113E6F}" type="datetime1">
              <a:rPr lang="en-US" smtClean="0"/>
              <a:pPr/>
              <a:t>9/12/2022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D2C864-9362-43C7-A136-D9C41D93A96D}" type="slidenum">
              <a:rPr lang="en-US" smtClean="0"/>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17546" y="1524000"/>
            <a:ext cx="3566160" cy="1162050"/>
          </a:xfrm>
        </p:spPr>
        <p:txBody>
          <a:bodyPr tIns="0" bIns="0" anchor="b"/>
          <a:lstStyle>
            <a:lvl1pPr algn="l">
              <a:lnSpc>
                <a:spcPts val="4600"/>
              </a:lnSpc>
              <a:defRPr sz="4200" b="1"/>
            </a:lvl1pPr>
          </a:lstStyle>
          <a:p>
            <a:r>
              <a:rPr lang="en-US"/>
              <a:t>Click to edit Master title style</a:t>
            </a:r>
            <a:endParaRPr/>
          </a:p>
        </p:txBody>
      </p:sp>
      <p:sp>
        <p:nvSpPr>
          <p:cNvPr id="4" name="Text Placeholder 3"/>
          <p:cNvSpPr>
            <a:spLocks noGrp="1"/>
          </p:cNvSpPr>
          <p:nvPr>
            <p:ph type="body" sz="half" idx="2"/>
          </p:nvPr>
        </p:nvSpPr>
        <p:spPr>
          <a:xfrm>
            <a:off x="5017544" y="2699982"/>
            <a:ext cx="3566160" cy="2163171"/>
          </a:xfrm>
        </p:spPr>
        <p:txBody>
          <a:bodyPr/>
          <a:lstStyle>
            <a:lvl1pPr marL="0" indent="0">
              <a:spcBef>
                <a:spcPts val="600"/>
              </a:spcBef>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4B295F-ECFB-4CAF-8295-96757149C0FC}" type="datetime1">
              <a:rPr lang="en-US" smtClean="0"/>
              <a:pPr/>
              <a:t>9/12/2022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D2C864-9362-43C7-A136-D9C41D93A96D}" type="slidenum">
              <a:rPr lang="en-US" smtClean="0"/>
              <a:pPr/>
              <a:t>‹#›</a:t>
            </a:fld>
            <a:endParaRPr lang="en-US"/>
          </a:p>
        </p:txBody>
      </p:sp>
      <p:grpSp>
        <p:nvGrpSpPr>
          <p:cNvPr id="3" name="Group 7"/>
          <p:cNvGrpSpPr/>
          <p:nvPr/>
        </p:nvGrpSpPr>
        <p:grpSpPr>
          <a:xfrm rot="21421631">
            <a:off x="629028" y="505650"/>
            <a:ext cx="3850925" cy="5516274"/>
            <a:chOff x="1524000" y="381000"/>
            <a:chExt cx="3657600" cy="4737978"/>
          </a:xfrm>
        </p:grpSpPr>
        <p:sp>
          <p:nvSpPr>
            <p:cNvPr id="10" name="Rectangle 9"/>
            <p:cNvSpPr/>
            <p:nvPr userDrawn="1"/>
          </p:nvSpPr>
          <p:spPr>
            <a:xfrm>
              <a:off x="1524000" y="381000"/>
              <a:ext cx="3657600" cy="4724400"/>
            </a:xfrm>
            <a:prstGeom prst="rect">
              <a:avLst/>
            </a:prstGeom>
            <a:solidFill>
              <a:schemeClr val="bg1"/>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userDrawn="1"/>
          </p:nvSpPr>
          <p:spPr>
            <a:xfrm>
              <a:off x="1524000" y="381000"/>
              <a:ext cx="3657600" cy="4737978"/>
            </a:xfrm>
            <a:prstGeom prst="rect">
              <a:avLst/>
            </a:prstGeom>
            <a:gradFill flip="none" rotWithShape="1">
              <a:gsLst>
                <a:gs pos="0">
                  <a:schemeClr val="bg1">
                    <a:lumMod val="85000"/>
                  </a:schemeClr>
                </a:gs>
                <a:gs pos="15000">
                  <a:schemeClr val="bg1">
                    <a:alpha val="75000"/>
                  </a:schemeClr>
                </a:gs>
                <a:gs pos="100000">
                  <a:schemeClr val="bg1"/>
                </a:gs>
                <a:gs pos="100000">
                  <a:schemeClr val="bg1"/>
                </a:gs>
              </a:gsLst>
              <a:path path="rect">
                <a:fillToRect r="100000" b="100000"/>
              </a:path>
              <a:tileRect l="-100000" t="-100000"/>
            </a:gradFill>
            <a:ln>
              <a:noFill/>
            </a:ln>
            <a:effectLst>
              <a:innerShdw blurRad="190500" dist="88900" dir="13500000">
                <a:schemeClr val="bg1">
                  <a:lumMod val="65000"/>
                  <a:alpha val="2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Picture Placeholder 9"/>
          <p:cNvSpPr>
            <a:spLocks noGrp="1"/>
          </p:cNvSpPr>
          <p:nvPr>
            <p:ph type="pic" sz="quarter" idx="14"/>
          </p:nvPr>
        </p:nvSpPr>
        <p:spPr>
          <a:xfrm rot="21421631">
            <a:off x="808793" y="667560"/>
            <a:ext cx="3468664" cy="5124723"/>
          </a:xfrm>
          <a:solidFill>
            <a:schemeClr val="bg1">
              <a:lumMod val="85000"/>
            </a:schemeClr>
          </a:solidFill>
        </p:spPr>
        <p:txBody>
          <a:bodyPr/>
          <a:lstStyle>
            <a:lvl1pPr>
              <a:buNone/>
              <a:defRPr/>
            </a:lvl1pPr>
          </a:lstStyle>
          <a:p>
            <a:r>
              <a:rPr lang="en-US"/>
              <a:t>Drag picture to placeholder or click icon to add</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2 Pictures with Caption">
    <p:spTree>
      <p:nvGrpSpPr>
        <p:cNvPr id="1" name=""/>
        <p:cNvGrpSpPr/>
        <p:nvPr/>
      </p:nvGrpSpPr>
      <p:grpSpPr>
        <a:xfrm>
          <a:off x="0" y="0"/>
          <a:ext cx="0" cy="0"/>
          <a:chOff x="0" y="0"/>
          <a:chExt cx="0" cy="0"/>
        </a:xfrm>
      </p:grpSpPr>
      <p:grpSp>
        <p:nvGrpSpPr>
          <p:cNvPr id="3" name="Group 13"/>
          <p:cNvGrpSpPr/>
          <p:nvPr/>
        </p:nvGrpSpPr>
        <p:grpSpPr>
          <a:xfrm rot="21214351">
            <a:off x="313409" y="3520798"/>
            <a:ext cx="4088024" cy="3026020"/>
            <a:chOff x="1524000" y="381000"/>
            <a:chExt cx="3657600" cy="4737978"/>
          </a:xfrm>
        </p:grpSpPr>
        <p:sp>
          <p:nvSpPr>
            <p:cNvPr id="15" name="Rectangle 14"/>
            <p:cNvSpPr/>
            <p:nvPr userDrawn="1"/>
          </p:nvSpPr>
          <p:spPr>
            <a:xfrm>
              <a:off x="1524000" y="381000"/>
              <a:ext cx="3657600" cy="4724400"/>
            </a:xfrm>
            <a:prstGeom prst="rect">
              <a:avLst/>
            </a:prstGeom>
            <a:solidFill>
              <a:schemeClr val="bg1"/>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6" name="Rectangle 15"/>
            <p:cNvSpPr/>
            <p:nvPr userDrawn="1"/>
          </p:nvSpPr>
          <p:spPr>
            <a:xfrm>
              <a:off x="1524000" y="381000"/>
              <a:ext cx="3657600" cy="4737978"/>
            </a:xfrm>
            <a:prstGeom prst="rect">
              <a:avLst/>
            </a:prstGeom>
            <a:gradFill flip="none" rotWithShape="1">
              <a:gsLst>
                <a:gs pos="0">
                  <a:schemeClr val="bg1">
                    <a:lumMod val="85000"/>
                  </a:schemeClr>
                </a:gs>
                <a:gs pos="15000">
                  <a:schemeClr val="bg1">
                    <a:alpha val="75000"/>
                  </a:schemeClr>
                </a:gs>
                <a:gs pos="100000">
                  <a:schemeClr val="bg1"/>
                </a:gs>
                <a:gs pos="100000">
                  <a:schemeClr val="bg1"/>
                </a:gs>
              </a:gsLst>
              <a:path path="rect">
                <a:fillToRect r="100000" b="100000"/>
              </a:path>
              <a:tileRect l="-100000" t="-100000"/>
            </a:gradFill>
            <a:ln>
              <a:noFill/>
            </a:ln>
            <a:effectLst>
              <a:innerShdw blurRad="190500" dist="88900" dir="13500000">
                <a:schemeClr val="bg1">
                  <a:lumMod val="65000"/>
                  <a:alpha val="2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7" name="Picture Placeholder 9"/>
          <p:cNvSpPr>
            <a:spLocks noGrp="1"/>
          </p:cNvSpPr>
          <p:nvPr>
            <p:ph type="pic" sz="quarter" idx="16"/>
          </p:nvPr>
        </p:nvSpPr>
        <p:spPr>
          <a:xfrm rot="21214351">
            <a:off x="491057" y="3682579"/>
            <a:ext cx="3704109" cy="2697083"/>
          </a:xfrm>
          <a:solidFill>
            <a:schemeClr val="bg1">
              <a:lumMod val="85000"/>
            </a:schemeClr>
          </a:solidFill>
        </p:spPr>
        <p:txBody>
          <a:bodyPr/>
          <a:lstStyle>
            <a:lvl1pPr>
              <a:buNone/>
              <a:defRPr/>
            </a:lvl1pPr>
          </a:lstStyle>
          <a:p>
            <a:r>
              <a:rPr lang="en-US"/>
              <a:t>Drag picture to placeholder or click icon to add</a:t>
            </a:r>
            <a:endParaRPr/>
          </a:p>
        </p:txBody>
      </p:sp>
      <p:grpSp>
        <p:nvGrpSpPr>
          <p:cNvPr id="8" name="Group 9"/>
          <p:cNvGrpSpPr/>
          <p:nvPr/>
        </p:nvGrpSpPr>
        <p:grpSpPr>
          <a:xfrm rot="232774">
            <a:off x="169481" y="241256"/>
            <a:ext cx="4088024" cy="3026020"/>
            <a:chOff x="1524000" y="381000"/>
            <a:chExt cx="3657600" cy="4737978"/>
          </a:xfrm>
        </p:grpSpPr>
        <p:sp>
          <p:nvSpPr>
            <p:cNvPr id="11" name="Rectangle 10"/>
            <p:cNvSpPr/>
            <p:nvPr userDrawn="1"/>
          </p:nvSpPr>
          <p:spPr>
            <a:xfrm>
              <a:off x="1524000" y="381000"/>
              <a:ext cx="3657600" cy="4724400"/>
            </a:xfrm>
            <a:prstGeom prst="rect">
              <a:avLst/>
            </a:prstGeom>
            <a:solidFill>
              <a:schemeClr val="bg1"/>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userDrawn="1"/>
          </p:nvSpPr>
          <p:spPr>
            <a:xfrm>
              <a:off x="1524000" y="381000"/>
              <a:ext cx="3657600" cy="4737978"/>
            </a:xfrm>
            <a:prstGeom prst="rect">
              <a:avLst/>
            </a:prstGeom>
            <a:gradFill flip="none" rotWithShape="1">
              <a:gsLst>
                <a:gs pos="0">
                  <a:schemeClr val="bg1">
                    <a:lumMod val="85000"/>
                  </a:schemeClr>
                </a:gs>
                <a:gs pos="15000">
                  <a:schemeClr val="bg1">
                    <a:alpha val="75000"/>
                  </a:schemeClr>
                </a:gs>
                <a:gs pos="100000">
                  <a:schemeClr val="bg1"/>
                </a:gs>
                <a:gs pos="100000">
                  <a:schemeClr val="bg1"/>
                </a:gs>
              </a:gsLst>
              <a:path path="rect">
                <a:fillToRect r="100000" b="100000"/>
              </a:path>
              <a:tileRect l="-100000" t="-100000"/>
            </a:gradFill>
            <a:ln>
              <a:noFill/>
            </a:ln>
            <a:effectLst>
              <a:innerShdw blurRad="190500" dist="88900" dir="13500000">
                <a:schemeClr val="bg1">
                  <a:lumMod val="65000"/>
                  <a:alpha val="2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Picture Placeholder 9"/>
          <p:cNvSpPr>
            <a:spLocks noGrp="1"/>
          </p:cNvSpPr>
          <p:nvPr>
            <p:ph type="pic" sz="quarter" idx="15"/>
          </p:nvPr>
        </p:nvSpPr>
        <p:spPr>
          <a:xfrm rot="232774">
            <a:off x="347129" y="403037"/>
            <a:ext cx="3704109" cy="2697083"/>
          </a:xfrm>
          <a:solidFill>
            <a:schemeClr val="bg1">
              <a:lumMod val="85000"/>
            </a:schemeClr>
          </a:solidFill>
        </p:spPr>
        <p:txBody>
          <a:bodyPr/>
          <a:lstStyle>
            <a:lvl1pPr>
              <a:buNone/>
              <a:defRPr/>
            </a:lvl1pPr>
          </a:lstStyle>
          <a:p>
            <a:r>
              <a:rPr lang="en-US"/>
              <a:t>Drag picture to placeholder or click icon to add</a:t>
            </a:r>
            <a:endParaRPr/>
          </a:p>
        </p:txBody>
      </p:sp>
      <p:sp>
        <p:nvSpPr>
          <p:cNvPr id="2" name="Title 1"/>
          <p:cNvSpPr>
            <a:spLocks noGrp="1"/>
          </p:cNvSpPr>
          <p:nvPr>
            <p:ph type="title"/>
          </p:nvPr>
        </p:nvSpPr>
        <p:spPr>
          <a:xfrm>
            <a:off x="5013434" y="1524000"/>
            <a:ext cx="3566160" cy="1162050"/>
          </a:xfrm>
        </p:spPr>
        <p:txBody>
          <a:bodyPr tIns="0" bIns="0" anchor="b"/>
          <a:lstStyle>
            <a:lvl1pPr algn="l">
              <a:lnSpc>
                <a:spcPts val="4600"/>
              </a:lnSpc>
              <a:defRPr sz="4200" b="1"/>
            </a:lvl1pPr>
          </a:lstStyle>
          <a:p>
            <a:r>
              <a:rPr lang="en-US"/>
              <a:t>Click to edit Master title style</a:t>
            </a:r>
            <a:endParaRPr/>
          </a:p>
        </p:txBody>
      </p:sp>
      <p:sp>
        <p:nvSpPr>
          <p:cNvPr id="4" name="Text Placeholder 3"/>
          <p:cNvSpPr>
            <a:spLocks noGrp="1"/>
          </p:cNvSpPr>
          <p:nvPr>
            <p:ph type="body" sz="half" idx="2"/>
          </p:nvPr>
        </p:nvSpPr>
        <p:spPr>
          <a:xfrm>
            <a:off x="5013432" y="2699982"/>
            <a:ext cx="3566160" cy="2163171"/>
          </a:xfrm>
        </p:spPr>
        <p:txBody>
          <a:bodyPr/>
          <a:lstStyle>
            <a:lvl1pPr marL="0" indent="0">
              <a:spcBef>
                <a:spcPts val="600"/>
              </a:spcBef>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CAB13DA-1CBD-4819-AF11-9BB9D7F7061B}" type="datetime1">
              <a:rPr lang="en-US" smtClean="0"/>
              <a:pPr/>
              <a:t>9/12/2022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D2C864-9362-43C7-A136-D9C41D93A96D}" type="slidenum">
              <a:rPr lang="en-US" smtClean="0"/>
              <a:pPr/>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Picture above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3762374"/>
            <a:ext cx="7315200" cy="1162050"/>
          </a:xfrm>
        </p:spPr>
        <p:txBody>
          <a:bodyPr tIns="0" bIns="0" anchor="b"/>
          <a:lstStyle>
            <a:lvl1pPr algn="l">
              <a:lnSpc>
                <a:spcPts val="4600"/>
              </a:lnSpc>
              <a:defRPr sz="3600" b="1"/>
            </a:lvl1pPr>
          </a:lstStyle>
          <a:p>
            <a:r>
              <a:rPr lang="en-US"/>
              <a:t>Click to edit Master title style</a:t>
            </a:r>
            <a:endParaRPr/>
          </a:p>
        </p:txBody>
      </p:sp>
      <p:grpSp>
        <p:nvGrpSpPr>
          <p:cNvPr id="3" name="Group 8"/>
          <p:cNvGrpSpPr/>
          <p:nvPr/>
        </p:nvGrpSpPr>
        <p:grpSpPr>
          <a:xfrm rot="232774">
            <a:off x="2059282" y="379100"/>
            <a:ext cx="5031327" cy="3443312"/>
            <a:chOff x="1524000" y="381000"/>
            <a:chExt cx="3657600" cy="4737978"/>
          </a:xfrm>
        </p:grpSpPr>
        <p:sp>
          <p:nvSpPr>
            <p:cNvPr id="10" name="Rectangle 9"/>
            <p:cNvSpPr/>
            <p:nvPr userDrawn="1"/>
          </p:nvSpPr>
          <p:spPr>
            <a:xfrm>
              <a:off x="1524000" y="381000"/>
              <a:ext cx="3657600" cy="4724400"/>
            </a:xfrm>
            <a:prstGeom prst="rect">
              <a:avLst/>
            </a:prstGeom>
            <a:solidFill>
              <a:schemeClr val="bg1"/>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userDrawn="1"/>
          </p:nvSpPr>
          <p:spPr>
            <a:xfrm>
              <a:off x="1524000" y="381000"/>
              <a:ext cx="3657600" cy="4737978"/>
            </a:xfrm>
            <a:prstGeom prst="rect">
              <a:avLst/>
            </a:prstGeom>
            <a:gradFill flip="none" rotWithShape="1">
              <a:gsLst>
                <a:gs pos="0">
                  <a:schemeClr val="bg1">
                    <a:lumMod val="85000"/>
                  </a:schemeClr>
                </a:gs>
                <a:gs pos="15000">
                  <a:schemeClr val="bg1">
                    <a:alpha val="75000"/>
                  </a:schemeClr>
                </a:gs>
                <a:gs pos="100000">
                  <a:schemeClr val="bg1"/>
                </a:gs>
                <a:gs pos="100000">
                  <a:schemeClr val="bg1"/>
                </a:gs>
              </a:gsLst>
              <a:path path="rect">
                <a:fillToRect r="100000" b="100000"/>
              </a:path>
              <a:tileRect l="-100000" t="-100000"/>
            </a:gradFill>
            <a:ln>
              <a:noFill/>
            </a:ln>
            <a:effectLst>
              <a:innerShdw blurRad="190500" dist="88900" dir="13500000">
                <a:schemeClr val="bg1">
                  <a:lumMod val="65000"/>
                  <a:alpha val="2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4" name="Text Placeholder 3"/>
          <p:cNvSpPr>
            <a:spLocks noGrp="1"/>
          </p:cNvSpPr>
          <p:nvPr>
            <p:ph type="body" sz="half" idx="2"/>
          </p:nvPr>
        </p:nvSpPr>
        <p:spPr>
          <a:xfrm>
            <a:off x="914400" y="4928736"/>
            <a:ext cx="7315200" cy="987970"/>
          </a:xfrm>
        </p:spPr>
        <p:txBody>
          <a:bodyPr/>
          <a:lstStyle>
            <a:lvl1pPr marL="0" indent="0">
              <a:spcBef>
                <a:spcPct val="0"/>
              </a:spcBef>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5068BF7-7D85-4F9B-A1E1-ED7C390DFDE3}" type="datetime1">
              <a:rPr lang="en-US" smtClean="0"/>
              <a:pPr/>
              <a:t>9/12/2022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D2C864-9362-43C7-A136-D9C41D93A96D}" type="slidenum">
              <a:rPr lang="en-US" smtClean="0"/>
              <a:pPr/>
              <a:t>‹#›</a:t>
            </a:fld>
            <a:endParaRPr lang="en-US"/>
          </a:p>
        </p:txBody>
      </p:sp>
      <p:sp>
        <p:nvSpPr>
          <p:cNvPr id="12" name="Picture Placeholder 9"/>
          <p:cNvSpPr>
            <a:spLocks noGrp="1"/>
          </p:cNvSpPr>
          <p:nvPr>
            <p:ph type="pic" sz="quarter" idx="15"/>
          </p:nvPr>
        </p:nvSpPr>
        <p:spPr>
          <a:xfrm rot="232774">
            <a:off x="2248157" y="564564"/>
            <a:ext cx="4653577" cy="3072384"/>
          </a:xfrm>
          <a:solidFill>
            <a:schemeClr val="bg1">
              <a:lumMod val="85000"/>
            </a:schemeClr>
          </a:solidFill>
        </p:spPr>
        <p:txBody>
          <a:bodyPr/>
          <a:lstStyle>
            <a:lvl1pPr>
              <a:buNone/>
              <a:defRPr/>
            </a:lvl1pPr>
          </a:lstStyle>
          <a:p>
            <a:r>
              <a:rPr lang="en-US"/>
              <a:t>Drag picture to placeholder or click icon to add</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2 Pictures above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3762374"/>
            <a:ext cx="7315200" cy="1162050"/>
          </a:xfrm>
        </p:spPr>
        <p:txBody>
          <a:bodyPr tIns="0" bIns="0" anchor="b"/>
          <a:lstStyle>
            <a:lvl1pPr algn="l">
              <a:lnSpc>
                <a:spcPts val="4600"/>
              </a:lnSpc>
              <a:defRPr sz="3600" b="1"/>
            </a:lvl1pPr>
          </a:lstStyle>
          <a:p>
            <a:r>
              <a:rPr lang="en-US"/>
              <a:t>Click to edit Master title style</a:t>
            </a:r>
            <a:endParaRPr/>
          </a:p>
        </p:txBody>
      </p:sp>
      <p:grpSp>
        <p:nvGrpSpPr>
          <p:cNvPr id="3" name="Group 13"/>
          <p:cNvGrpSpPr/>
          <p:nvPr/>
        </p:nvGrpSpPr>
        <p:grpSpPr>
          <a:xfrm rot="21420000">
            <a:off x="113687" y="116368"/>
            <a:ext cx="3969060" cy="3705360"/>
            <a:chOff x="1524000" y="381000"/>
            <a:chExt cx="3657600" cy="4737978"/>
          </a:xfrm>
        </p:grpSpPr>
        <p:sp>
          <p:nvSpPr>
            <p:cNvPr id="15" name="Rectangle 14"/>
            <p:cNvSpPr/>
            <p:nvPr userDrawn="1"/>
          </p:nvSpPr>
          <p:spPr>
            <a:xfrm>
              <a:off x="1524000" y="381000"/>
              <a:ext cx="3657600" cy="4724400"/>
            </a:xfrm>
            <a:prstGeom prst="rect">
              <a:avLst/>
            </a:prstGeom>
            <a:solidFill>
              <a:schemeClr val="bg1"/>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6" name="Rectangle 15"/>
            <p:cNvSpPr/>
            <p:nvPr userDrawn="1"/>
          </p:nvSpPr>
          <p:spPr>
            <a:xfrm>
              <a:off x="1524000" y="381000"/>
              <a:ext cx="3657600" cy="4737978"/>
            </a:xfrm>
            <a:prstGeom prst="rect">
              <a:avLst/>
            </a:prstGeom>
            <a:gradFill flip="none" rotWithShape="1">
              <a:gsLst>
                <a:gs pos="0">
                  <a:schemeClr val="bg1">
                    <a:lumMod val="85000"/>
                  </a:schemeClr>
                </a:gs>
                <a:gs pos="15000">
                  <a:schemeClr val="bg1">
                    <a:alpha val="75000"/>
                  </a:schemeClr>
                </a:gs>
                <a:gs pos="100000">
                  <a:schemeClr val="bg1"/>
                </a:gs>
                <a:gs pos="100000">
                  <a:schemeClr val="bg1"/>
                </a:gs>
              </a:gsLst>
              <a:path path="rect">
                <a:fillToRect r="100000" b="100000"/>
              </a:path>
              <a:tileRect l="-100000" t="-100000"/>
            </a:gradFill>
            <a:ln>
              <a:noFill/>
            </a:ln>
            <a:effectLst>
              <a:innerShdw blurRad="190500" dist="88900" dir="13500000">
                <a:schemeClr val="bg1">
                  <a:lumMod val="65000"/>
                  <a:alpha val="2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7" name="Picture Placeholder 9"/>
          <p:cNvSpPr>
            <a:spLocks noGrp="1"/>
          </p:cNvSpPr>
          <p:nvPr>
            <p:ph type="pic" sz="quarter" idx="17"/>
          </p:nvPr>
        </p:nvSpPr>
        <p:spPr>
          <a:xfrm rot="21420000">
            <a:off x="299151" y="304998"/>
            <a:ext cx="3598455" cy="3334235"/>
          </a:xfrm>
          <a:solidFill>
            <a:schemeClr val="bg1">
              <a:lumMod val="85000"/>
            </a:schemeClr>
          </a:solidFill>
        </p:spPr>
        <p:txBody>
          <a:bodyPr/>
          <a:lstStyle>
            <a:lvl1pPr>
              <a:buNone/>
              <a:defRPr/>
            </a:lvl1pPr>
          </a:lstStyle>
          <a:p>
            <a:r>
              <a:rPr lang="en-US"/>
              <a:t>Drag picture to placeholder or click icon to add</a:t>
            </a:r>
            <a:endParaRPr/>
          </a:p>
        </p:txBody>
      </p:sp>
      <p:grpSp>
        <p:nvGrpSpPr>
          <p:cNvPr id="8" name="Group 9"/>
          <p:cNvGrpSpPr/>
          <p:nvPr/>
        </p:nvGrpSpPr>
        <p:grpSpPr>
          <a:xfrm rot="360000">
            <a:off x="4165479" y="323141"/>
            <a:ext cx="4792693" cy="3443312"/>
            <a:chOff x="1524000" y="381000"/>
            <a:chExt cx="3657600" cy="4737978"/>
          </a:xfrm>
        </p:grpSpPr>
        <p:sp>
          <p:nvSpPr>
            <p:cNvPr id="11" name="Rectangle 10"/>
            <p:cNvSpPr/>
            <p:nvPr userDrawn="1"/>
          </p:nvSpPr>
          <p:spPr>
            <a:xfrm>
              <a:off x="1524000" y="381000"/>
              <a:ext cx="3657600" cy="4724400"/>
            </a:xfrm>
            <a:prstGeom prst="rect">
              <a:avLst/>
            </a:prstGeom>
            <a:solidFill>
              <a:schemeClr val="bg1"/>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userDrawn="1"/>
          </p:nvSpPr>
          <p:spPr>
            <a:xfrm>
              <a:off x="1524000" y="381000"/>
              <a:ext cx="3657600" cy="4737978"/>
            </a:xfrm>
            <a:prstGeom prst="rect">
              <a:avLst/>
            </a:prstGeom>
            <a:gradFill flip="none" rotWithShape="1">
              <a:gsLst>
                <a:gs pos="0">
                  <a:schemeClr val="bg1">
                    <a:lumMod val="85000"/>
                  </a:schemeClr>
                </a:gs>
                <a:gs pos="15000">
                  <a:schemeClr val="bg1">
                    <a:alpha val="75000"/>
                  </a:schemeClr>
                </a:gs>
                <a:gs pos="100000">
                  <a:schemeClr val="bg1"/>
                </a:gs>
                <a:gs pos="100000">
                  <a:schemeClr val="bg1"/>
                </a:gs>
              </a:gsLst>
              <a:path path="rect">
                <a:fillToRect r="100000" b="100000"/>
              </a:path>
              <a:tileRect l="-100000" t="-100000"/>
            </a:gradFill>
            <a:ln>
              <a:noFill/>
            </a:ln>
            <a:effectLst>
              <a:innerShdw blurRad="190500" dist="88900" dir="13500000">
                <a:schemeClr val="bg1">
                  <a:lumMod val="65000"/>
                  <a:alpha val="2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Picture Placeholder 9"/>
          <p:cNvSpPr>
            <a:spLocks noGrp="1"/>
          </p:cNvSpPr>
          <p:nvPr>
            <p:ph type="pic" sz="quarter" idx="16"/>
          </p:nvPr>
        </p:nvSpPr>
        <p:spPr>
          <a:xfrm rot="360000">
            <a:off x="4336486" y="507668"/>
            <a:ext cx="4432860" cy="3072384"/>
          </a:xfrm>
          <a:solidFill>
            <a:schemeClr val="bg1">
              <a:lumMod val="85000"/>
            </a:schemeClr>
          </a:solidFill>
        </p:spPr>
        <p:txBody>
          <a:bodyPr/>
          <a:lstStyle>
            <a:lvl1pPr>
              <a:buNone/>
              <a:defRPr/>
            </a:lvl1pPr>
          </a:lstStyle>
          <a:p>
            <a:r>
              <a:rPr lang="en-US"/>
              <a:t>Drag picture to placeholder or click icon to add</a:t>
            </a:r>
            <a:endParaRPr/>
          </a:p>
        </p:txBody>
      </p:sp>
      <p:sp>
        <p:nvSpPr>
          <p:cNvPr id="4" name="Text Placeholder 3"/>
          <p:cNvSpPr>
            <a:spLocks noGrp="1"/>
          </p:cNvSpPr>
          <p:nvPr>
            <p:ph type="body" sz="half" idx="2"/>
          </p:nvPr>
        </p:nvSpPr>
        <p:spPr>
          <a:xfrm>
            <a:off x="914400" y="4926106"/>
            <a:ext cx="7315200" cy="990600"/>
          </a:xfrm>
        </p:spPr>
        <p:txBody>
          <a:bodyPr/>
          <a:lstStyle>
            <a:lvl1pPr marL="0" indent="0">
              <a:spcBef>
                <a:spcPct val="0"/>
              </a:spcBef>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7FECC2C-3C2C-493A-B090-06F3692CEE73}" type="datetime1">
              <a:rPr lang="en-US" smtClean="0"/>
              <a:pPr/>
              <a:t>9/12/2022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D2C864-9362-43C7-A136-D9C41D93A96D}" type="slidenum">
              <a:rPr lang="en-US" smtClean="0"/>
              <a:pPr/>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167750D9-9285-41DC-96BF-3822039AE021}" type="datetime1">
              <a:rPr lang="en-US" smtClean="0"/>
              <a:pPr/>
              <a:t>9/12/2022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D2C864-9362-43C7-A136-D9C41D93A96D}" type="slidenum">
              <a:rPr lang="en-US" smtClean="0"/>
              <a:pPr/>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551682" y="450851"/>
            <a:ext cx="846083" cy="5357812"/>
          </a:xfrm>
        </p:spPr>
        <p:txBody>
          <a:bodyPr vert="eaVert" anchor="t" anchorCtr="0"/>
          <a:lstStyle/>
          <a:p>
            <a:r>
              <a:rPr lang="en-US"/>
              <a:t>Click to edit Master title style</a:t>
            </a:r>
            <a:endParaRPr/>
          </a:p>
        </p:txBody>
      </p:sp>
      <p:sp>
        <p:nvSpPr>
          <p:cNvPr id="3" name="Vertical Text Placeholder 2"/>
          <p:cNvSpPr>
            <a:spLocks noGrp="1"/>
          </p:cNvSpPr>
          <p:nvPr>
            <p:ph type="body" orient="vert" idx="1"/>
          </p:nvPr>
        </p:nvSpPr>
        <p:spPr>
          <a:xfrm>
            <a:off x="914400" y="450851"/>
            <a:ext cx="5943600" cy="5357812"/>
          </a:xfrm>
        </p:spPr>
        <p:txBody>
          <a:bodyPr vert="eaVert"/>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B2530F80-1F8B-4B8D-9BE5-1C6127015819}" type="datetime1">
              <a:rPr lang="en-US" smtClean="0"/>
              <a:pPr/>
              <a:t>9/12/2022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D2C864-9362-43C7-A136-D9C41D93A96D}"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8.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7.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6.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4400" y="503238"/>
            <a:ext cx="7313613" cy="868362"/>
          </a:xfrm>
          <a:prstGeom prst="rect">
            <a:avLst/>
          </a:prstGeom>
        </p:spPr>
        <p:txBody>
          <a:bodyPr vert="horz" lIns="91440" tIns="45720" rIns="91440" bIns="45720" rtlCol="0" anchor="ctr">
            <a:noAutofit/>
          </a:bodyPr>
          <a:lstStyle/>
          <a:p>
            <a:r>
              <a:rPr lang="en-US"/>
              <a:t>Click to edit Master title style</a:t>
            </a:r>
            <a:endParaRPr/>
          </a:p>
        </p:txBody>
      </p:sp>
      <p:sp>
        <p:nvSpPr>
          <p:cNvPr id="3" name="Text Placeholder 2"/>
          <p:cNvSpPr>
            <a:spLocks noGrp="1"/>
          </p:cNvSpPr>
          <p:nvPr>
            <p:ph type="body" idx="1"/>
          </p:nvPr>
        </p:nvSpPr>
        <p:spPr>
          <a:xfrm>
            <a:off x="914400" y="1735138"/>
            <a:ext cx="7313613" cy="405606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2"/>
          </p:nvPr>
        </p:nvSpPr>
        <p:spPr>
          <a:xfrm>
            <a:off x="7663438" y="6314461"/>
            <a:ext cx="1295400" cy="265089"/>
          </a:xfrm>
          <a:prstGeom prst="rect">
            <a:avLst/>
          </a:prstGeom>
        </p:spPr>
        <p:txBody>
          <a:bodyPr vert="horz" lIns="91440" tIns="45720" rIns="91440" bIns="45720" rtlCol="0" anchor="ctr"/>
          <a:lstStyle>
            <a:lvl1pPr algn="r">
              <a:defRPr sz="1100">
                <a:solidFill>
                  <a:schemeClr val="tx1"/>
                </a:solidFill>
                <a:latin typeface="Rockwell" pitchFamily="18" charset="0"/>
              </a:defRPr>
            </a:lvl1pPr>
          </a:lstStyle>
          <a:p>
            <a:fld id="{54FB66EF-4CB3-4292-8180-592FF8703104}" type="datetime1">
              <a:rPr lang="en-US" smtClean="0"/>
              <a:pPr/>
              <a:t>9/12/2022</a:t>
            </a:fld>
            <a:endParaRPr lang="en-US"/>
          </a:p>
        </p:txBody>
      </p:sp>
      <p:sp>
        <p:nvSpPr>
          <p:cNvPr id="5" name="Footer Placeholder 4"/>
          <p:cNvSpPr>
            <a:spLocks noGrp="1"/>
          </p:cNvSpPr>
          <p:nvPr>
            <p:ph type="ftr" sz="quarter" idx="3"/>
          </p:nvPr>
        </p:nvSpPr>
        <p:spPr>
          <a:xfrm>
            <a:off x="3942607" y="6305797"/>
            <a:ext cx="3717967" cy="259278"/>
          </a:xfrm>
          <a:prstGeom prst="rect">
            <a:avLst/>
          </a:prstGeom>
        </p:spPr>
        <p:txBody>
          <a:bodyPr vert="horz" lIns="91440" tIns="45720" rIns="91440" bIns="45720" rtlCol="0" anchor="ctr"/>
          <a:lstStyle>
            <a:lvl1pPr algn="r">
              <a:defRPr sz="1100">
                <a:solidFill>
                  <a:schemeClr val="tx1"/>
                </a:solidFill>
                <a:latin typeface="Rockwell" pitchFamily="18" charset="0"/>
              </a:defRPr>
            </a:lvl1pPr>
          </a:lstStyle>
          <a:p>
            <a:endParaRPr lang="en-US"/>
          </a:p>
        </p:txBody>
      </p:sp>
      <p:sp>
        <p:nvSpPr>
          <p:cNvPr id="6" name="Slide Number Placeholder 5"/>
          <p:cNvSpPr>
            <a:spLocks noGrp="1"/>
          </p:cNvSpPr>
          <p:nvPr>
            <p:ph type="sldNum" sz="quarter" idx="4"/>
          </p:nvPr>
        </p:nvSpPr>
        <p:spPr>
          <a:xfrm>
            <a:off x="7521388" y="5476097"/>
            <a:ext cx="1483056" cy="851848"/>
          </a:xfrm>
          <a:prstGeom prst="rect">
            <a:avLst/>
          </a:prstGeom>
        </p:spPr>
        <p:txBody>
          <a:bodyPr vert="horz" lIns="91440" tIns="45720" rIns="91440" bIns="45720" rtlCol="0" anchor="ctr"/>
          <a:lstStyle>
            <a:lvl1pPr algn="r">
              <a:defRPr sz="8200">
                <a:gradFill>
                  <a:gsLst>
                    <a:gs pos="0">
                      <a:schemeClr val="tx1">
                        <a:alpha val="10000"/>
                      </a:schemeClr>
                    </a:gs>
                    <a:gs pos="100000">
                      <a:schemeClr val="tx1">
                        <a:alpha val="10000"/>
                      </a:schemeClr>
                    </a:gs>
                  </a:gsLst>
                  <a:lin ang="5400000" scaled="0"/>
                </a:gradFill>
                <a:latin typeface="Impact" pitchFamily="34" charset="0"/>
              </a:defRPr>
            </a:lvl1pPr>
          </a:lstStyle>
          <a:p>
            <a:fld id="{B9D2C864-9362-43C7-A136-D9C41D93A96D}"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Lst>
  <p:hf hdr="0" ftr="0" dt="0"/>
  <p:txStyles>
    <p:titleStyle>
      <a:lvl1pPr algn="ctr" defTabSz="914400" rtl="0" eaLnBrk="1" latinLnBrk="0" hangingPunct="1">
        <a:spcBef>
          <a:spcPct val="0"/>
        </a:spcBef>
        <a:buNone/>
        <a:defRPr sz="4600" kern="1200">
          <a:solidFill>
            <a:schemeClr val="tx1"/>
          </a:solidFill>
          <a:latin typeface="+mj-lt"/>
          <a:ea typeface="+mj-ea"/>
          <a:cs typeface="+mj-cs"/>
        </a:defRPr>
      </a:lvl1pPr>
    </p:titleStyle>
    <p:bodyStyle>
      <a:lvl1pPr marL="463550" indent="-463550" algn="l" defTabSz="914400" rtl="0" eaLnBrk="1" latinLnBrk="0" hangingPunct="1">
        <a:spcBef>
          <a:spcPts val="2000"/>
        </a:spcBef>
        <a:buSzPct val="90000"/>
        <a:buFontTx/>
        <a:buBlip>
          <a:blip r:embed="rId22"/>
        </a:buBlip>
        <a:defRPr sz="2400" kern="1200">
          <a:solidFill>
            <a:schemeClr val="tx1"/>
          </a:solidFill>
          <a:latin typeface="+mn-lt"/>
          <a:ea typeface="+mn-ea"/>
          <a:cs typeface="+mn-cs"/>
        </a:defRPr>
      </a:lvl1pPr>
      <a:lvl2pPr marL="914400" indent="-457200" algn="l" defTabSz="914400" rtl="0" eaLnBrk="1" latinLnBrk="0" hangingPunct="1">
        <a:spcBef>
          <a:spcPts val="600"/>
        </a:spcBef>
        <a:buSzPct val="90000"/>
        <a:buFontTx/>
        <a:buBlip>
          <a:blip r:embed="rId23"/>
        </a:buBlip>
        <a:defRPr sz="2200" kern="1200">
          <a:solidFill>
            <a:schemeClr val="tx1"/>
          </a:solidFill>
          <a:latin typeface="+mn-lt"/>
          <a:ea typeface="+mn-ea"/>
          <a:cs typeface="+mn-cs"/>
        </a:defRPr>
      </a:lvl2pPr>
      <a:lvl3pPr marL="1255713" indent="-341313" algn="l" defTabSz="914400" rtl="0" eaLnBrk="1" latinLnBrk="0" hangingPunct="1">
        <a:spcBef>
          <a:spcPts val="600"/>
        </a:spcBef>
        <a:buSzPct val="90000"/>
        <a:buFontTx/>
        <a:buBlip>
          <a:blip r:embed="rId24"/>
        </a:buBlip>
        <a:defRPr sz="2000" kern="1200">
          <a:solidFill>
            <a:schemeClr val="tx1"/>
          </a:solidFill>
          <a:latin typeface="+mn-lt"/>
          <a:ea typeface="+mn-ea"/>
          <a:cs typeface="+mn-cs"/>
        </a:defRPr>
      </a:lvl3pPr>
      <a:lvl4pPr marL="1597025" indent="-341313" algn="l" defTabSz="914400" rtl="0" eaLnBrk="1" latinLnBrk="0" hangingPunct="1">
        <a:spcBef>
          <a:spcPts val="600"/>
        </a:spcBef>
        <a:buSzPct val="90000"/>
        <a:buFontTx/>
        <a:buBlip>
          <a:blip r:embed="rId24"/>
        </a:buBlip>
        <a:defRPr sz="1800" kern="1200">
          <a:solidFill>
            <a:schemeClr val="tx1"/>
          </a:solidFill>
          <a:latin typeface="+mn-lt"/>
          <a:ea typeface="+mn-ea"/>
          <a:cs typeface="+mn-cs"/>
        </a:defRPr>
      </a:lvl4pPr>
      <a:lvl5pPr marL="1938338" indent="-341313" algn="l" defTabSz="914400" rtl="0" eaLnBrk="1" latinLnBrk="0" hangingPunct="1">
        <a:spcBef>
          <a:spcPts val="600"/>
        </a:spcBef>
        <a:buSzPct val="90000"/>
        <a:buFontTx/>
        <a:buBlip>
          <a:blip r:embed="rId24"/>
        </a:buBlip>
        <a:defRPr sz="1800" kern="1200">
          <a:solidFill>
            <a:schemeClr val="tx1"/>
          </a:solidFill>
          <a:latin typeface="+mn-lt"/>
          <a:ea typeface="+mn-ea"/>
          <a:cs typeface="+mn-cs"/>
        </a:defRPr>
      </a:lvl5pPr>
      <a:lvl6pPr marL="2290763" indent="-344488" algn="l" defTabSz="914400" rtl="0" eaLnBrk="1" latinLnBrk="0" hangingPunct="1">
        <a:spcBef>
          <a:spcPct val="20000"/>
        </a:spcBef>
        <a:buSzPct val="90000"/>
        <a:buFontTx/>
        <a:buBlip>
          <a:blip r:embed="rId22"/>
        </a:buBlip>
        <a:defRPr lang="en-US" sz="1800" kern="1200" dirty="0" smtClean="0">
          <a:solidFill>
            <a:schemeClr val="tx1"/>
          </a:solidFill>
          <a:latin typeface="+mn-lt"/>
          <a:ea typeface="+mn-ea"/>
          <a:cs typeface="+mn-cs"/>
        </a:defRPr>
      </a:lvl6pPr>
      <a:lvl7pPr marL="2625725" indent="-344488" algn="l" defTabSz="914400" rtl="0" eaLnBrk="1" latinLnBrk="0" hangingPunct="1">
        <a:spcBef>
          <a:spcPct val="20000"/>
        </a:spcBef>
        <a:buSzPct val="90000"/>
        <a:buFontTx/>
        <a:buBlip>
          <a:blip r:embed="rId24"/>
        </a:buBlip>
        <a:defRPr lang="en-US" sz="1800" kern="1200" dirty="0" smtClean="0">
          <a:solidFill>
            <a:schemeClr val="tx1"/>
          </a:solidFill>
          <a:latin typeface="+mn-lt"/>
          <a:ea typeface="+mn-ea"/>
          <a:cs typeface="+mn-cs"/>
        </a:defRPr>
      </a:lvl7pPr>
      <a:lvl8pPr marL="2970213" indent="-344488" algn="l" defTabSz="914400" rtl="0" eaLnBrk="1" latinLnBrk="0" hangingPunct="1">
        <a:spcBef>
          <a:spcPct val="20000"/>
        </a:spcBef>
        <a:buSzPct val="90000"/>
        <a:buFontTx/>
        <a:buBlip>
          <a:blip r:embed="rId22"/>
        </a:buBlip>
        <a:defRPr lang="en-US" sz="1800" kern="1200" dirty="0" smtClean="0">
          <a:solidFill>
            <a:schemeClr val="tx1"/>
          </a:solidFill>
          <a:latin typeface="+mn-lt"/>
          <a:ea typeface="+mn-ea"/>
          <a:cs typeface="+mn-cs"/>
        </a:defRPr>
      </a:lvl8pPr>
      <a:lvl9pPr marL="3313113" indent="-344488" algn="l" defTabSz="914400" rtl="0" eaLnBrk="1" latinLnBrk="0" hangingPunct="1">
        <a:spcBef>
          <a:spcPct val="20000"/>
        </a:spcBef>
        <a:buSzPct val="90000"/>
        <a:buFontTx/>
        <a:buBlip>
          <a:blip r:embed="rId23"/>
        </a:buBlip>
        <a:defRPr lang="en-US" sz="1800" kern="1200" dirty="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3164993-3B91-6746-9E2D-1D1059934ED8}"/>
              </a:ext>
            </a:extLst>
          </p:cNvPr>
          <p:cNvSpPr>
            <a:spLocks noGrp="1"/>
          </p:cNvSpPr>
          <p:nvPr>
            <p:ph type="title"/>
          </p:nvPr>
        </p:nvSpPr>
        <p:spPr>
          <a:xfrm>
            <a:off x="915193" y="2994819"/>
            <a:ext cx="7313613" cy="868362"/>
          </a:xfrm>
        </p:spPr>
        <p:txBody>
          <a:bodyPr/>
          <a:lstStyle/>
          <a:p>
            <a:r>
              <a:rPr kumimoji="1" lang="en-US" altLang="zh-CN" dirty="0"/>
              <a:t>Tutorial 2 of CSC3100</a:t>
            </a:r>
            <a:endParaRPr kumimoji="1" lang="zh-CN" altLang="en-US" dirty="0"/>
          </a:p>
        </p:txBody>
      </p:sp>
      <p:sp>
        <p:nvSpPr>
          <p:cNvPr id="4" name="灯片编号占位符 3">
            <a:extLst>
              <a:ext uri="{FF2B5EF4-FFF2-40B4-BE49-F238E27FC236}">
                <a16:creationId xmlns:a16="http://schemas.microsoft.com/office/drawing/2014/main" id="{13BD74C5-BAE7-0F44-ABEE-3510A82B38A3}"/>
              </a:ext>
            </a:extLst>
          </p:cNvPr>
          <p:cNvSpPr>
            <a:spLocks noGrp="1"/>
          </p:cNvSpPr>
          <p:nvPr>
            <p:ph type="sldNum" sz="quarter" idx="12"/>
          </p:nvPr>
        </p:nvSpPr>
        <p:spPr/>
        <p:txBody>
          <a:bodyPr/>
          <a:lstStyle/>
          <a:p>
            <a:fld id="{B9D2C864-9362-43C7-A136-D9C41D93A96D}" type="slidenum">
              <a:rPr lang="en-US" smtClean="0"/>
              <a:pPr/>
              <a:t>1</a:t>
            </a:fld>
            <a:endParaRPr lang="en-US"/>
          </a:p>
        </p:txBody>
      </p:sp>
    </p:spTree>
    <p:extLst>
      <p:ext uri="{BB962C8B-B14F-4D97-AF65-F5344CB8AC3E}">
        <p14:creationId xmlns:p14="http://schemas.microsoft.com/office/powerpoint/2010/main" val="388267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60190A-3DEE-43EE-B619-D7B93CAE9616}"/>
              </a:ext>
            </a:extLst>
          </p:cNvPr>
          <p:cNvSpPr>
            <a:spLocks noGrp="1"/>
          </p:cNvSpPr>
          <p:nvPr>
            <p:ph type="title"/>
          </p:nvPr>
        </p:nvSpPr>
        <p:spPr/>
        <p:txBody>
          <a:bodyPr/>
          <a:lstStyle/>
          <a:p>
            <a:pPr algn="l"/>
            <a:r>
              <a:rPr lang="en-US" altLang="zh-CN" dirty="0"/>
              <a:t>Today’s roadmap</a:t>
            </a:r>
            <a:endParaRPr lang="zh-CN" altLang="en-US" dirty="0"/>
          </a:p>
        </p:txBody>
      </p:sp>
      <p:sp>
        <p:nvSpPr>
          <p:cNvPr id="3" name="内容占位符 2">
            <a:extLst>
              <a:ext uri="{FF2B5EF4-FFF2-40B4-BE49-F238E27FC236}">
                <a16:creationId xmlns:a16="http://schemas.microsoft.com/office/drawing/2014/main" id="{F0375F0B-AC71-4995-ABB6-AA3FC0823A8A}"/>
              </a:ext>
            </a:extLst>
          </p:cNvPr>
          <p:cNvSpPr>
            <a:spLocks noGrp="1"/>
          </p:cNvSpPr>
          <p:nvPr>
            <p:ph idx="1"/>
          </p:nvPr>
        </p:nvSpPr>
        <p:spPr/>
        <p:txBody>
          <a:bodyPr>
            <a:normAutofit/>
          </a:bodyPr>
          <a:lstStyle/>
          <a:p>
            <a:pPr marL="457200" lvl="1" indent="0">
              <a:buNone/>
            </a:pPr>
            <a:endParaRPr lang="en-US" altLang="zh-CN" dirty="0"/>
          </a:p>
          <a:p>
            <a:r>
              <a:rPr lang="en-US" altLang="zh-CN" dirty="0"/>
              <a:t>Array</a:t>
            </a:r>
          </a:p>
          <a:p>
            <a:r>
              <a:rPr lang="en-US" altLang="zh-CN" dirty="0"/>
              <a:t>Bubble Sort</a:t>
            </a:r>
          </a:p>
          <a:p>
            <a:r>
              <a:rPr lang="en-US" altLang="zh-CN" dirty="0"/>
              <a:t>Binary Search </a:t>
            </a:r>
          </a:p>
        </p:txBody>
      </p:sp>
      <p:sp>
        <p:nvSpPr>
          <p:cNvPr id="4" name="灯片编号占位符 3">
            <a:extLst>
              <a:ext uri="{FF2B5EF4-FFF2-40B4-BE49-F238E27FC236}">
                <a16:creationId xmlns:a16="http://schemas.microsoft.com/office/drawing/2014/main" id="{45E8324C-8F14-4D0A-A3CB-0AB6B16F73EE}"/>
              </a:ext>
            </a:extLst>
          </p:cNvPr>
          <p:cNvSpPr>
            <a:spLocks noGrp="1"/>
          </p:cNvSpPr>
          <p:nvPr>
            <p:ph type="sldNum" sz="quarter" idx="12"/>
          </p:nvPr>
        </p:nvSpPr>
        <p:spPr/>
        <p:txBody>
          <a:bodyPr/>
          <a:lstStyle/>
          <a:p>
            <a:fld id="{B9D2C864-9362-43C7-A136-D9C41D93A96D}" type="slidenum">
              <a:rPr lang="en-US" smtClean="0"/>
              <a:pPr/>
              <a:t>2</a:t>
            </a:fld>
            <a:endParaRPr lang="en-US"/>
          </a:p>
        </p:txBody>
      </p:sp>
    </p:spTree>
    <p:extLst>
      <p:ext uri="{BB962C8B-B14F-4D97-AF65-F5344CB8AC3E}">
        <p14:creationId xmlns:p14="http://schemas.microsoft.com/office/powerpoint/2010/main" val="5439061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A01EC0-D0A9-D642-8466-3DCD2EE933B6}"/>
              </a:ext>
            </a:extLst>
          </p:cNvPr>
          <p:cNvSpPr>
            <a:spLocks noGrp="1"/>
          </p:cNvSpPr>
          <p:nvPr>
            <p:ph type="title"/>
          </p:nvPr>
        </p:nvSpPr>
        <p:spPr>
          <a:xfrm>
            <a:off x="915193" y="2994819"/>
            <a:ext cx="7313613" cy="868362"/>
          </a:xfrm>
        </p:spPr>
        <p:txBody>
          <a:bodyPr/>
          <a:lstStyle/>
          <a:p>
            <a:r>
              <a:rPr kumimoji="1" lang="en-US" altLang="zh-CN" dirty="0"/>
              <a:t>Part 1: Array</a:t>
            </a:r>
            <a:endParaRPr kumimoji="1" lang="zh-CN" altLang="en-US" dirty="0"/>
          </a:p>
        </p:txBody>
      </p:sp>
      <p:sp>
        <p:nvSpPr>
          <p:cNvPr id="4" name="灯片编号占位符 3">
            <a:extLst>
              <a:ext uri="{FF2B5EF4-FFF2-40B4-BE49-F238E27FC236}">
                <a16:creationId xmlns:a16="http://schemas.microsoft.com/office/drawing/2014/main" id="{75CE976D-A335-6249-B674-C01CBA21D468}"/>
              </a:ext>
            </a:extLst>
          </p:cNvPr>
          <p:cNvSpPr>
            <a:spLocks noGrp="1"/>
          </p:cNvSpPr>
          <p:nvPr>
            <p:ph type="sldNum" sz="quarter" idx="12"/>
          </p:nvPr>
        </p:nvSpPr>
        <p:spPr/>
        <p:txBody>
          <a:bodyPr/>
          <a:lstStyle/>
          <a:p>
            <a:fld id="{B9D2C864-9362-43C7-A136-D9C41D93A96D}" type="slidenum">
              <a:rPr lang="en-US" smtClean="0"/>
              <a:pPr/>
              <a:t>3</a:t>
            </a:fld>
            <a:endParaRPr lang="en-US"/>
          </a:p>
        </p:txBody>
      </p:sp>
    </p:spTree>
    <p:extLst>
      <p:ext uri="{BB962C8B-B14F-4D97-AF65-F5344CB8AC3E}">
        <p14:creationId xmlns:p14="http://schemas.microsoft.com/office/powerpoint/2010/main" val="3939487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B4AF64-C582-4374-BC57-F2D259E20CBC}"/>
              </a:ext>
            </a:extLst>
          </p:cNvPr>
          <p:cNvSpPr>
            <a:spLocks noGrp="1"/>
          </p:cNvSpPr>
          <p:nvPr>
            <p:ph type="title"/>
          </p:nvPr>
        </p:nvSpPr>
        <p:spPr/>
        <p:txBody>
          <a:bodyPr/>
          <a:lstStyle/>
          <a:p>
            <a:r>
              <a:rPr lang="en-US" altLang="zh-CN" dirty="0"/>
              <a:t>Arrays Class</a:t>
            </a:r>
            <a:endParaRPr lang="zh-CN" altLang="en-US" dirty="0"/>
          </a:p>
        </p:txBody>
      </p:sp>
      <p:sp>
        <p:nvSpPr>
          <p:cNvPr id="3" name="内容占位符 2">
            <a:extLst>
              <a:ext uri="{FF2B5EF4-FFF2-40B4-BE49-F238E27FC236}">
                <a16:creationId xmlns:a16="http://schemas.microsoft.com/office/drawing/2014/main" id="{86494793-B38D-454F-B610-52FD1798B596}"/>
              </a:ext>
            </a:extLst>
          </p:cNvPr>
          <p:cNvSpPr>
            <a:spLocks noGrp="1"/>
          </p:cNvSpPr>
          <p:nvPr>
            <p:ph idx="1"/>
          </p:nvPr>
        </p:nvSpPr>
        <p:spPr/>
        <p:txBody>
          <a:bodyPr/>
          <a:lstStyle/>
          <a:p>
            <a:r>
              <a:rPr lang="en-US" altLang="zh-CN" dirty="0"/>
              <a:t>In Java, </a:t>
            </a:r>
            <a:r>
              <a:rPr lang="en-US" altLang="zh-CN" dirty="0" err="1"/>
              <a:t>java.util.Arrays</a:t>
            </a:r>
            <a:r>
              <a:rPr lang="en-US" altLang="zh-CN" dirty="0"/>
              <a:t> offer some operations to operate array, like binary search, sort, fill and so on.</a:t>
            </a:r>
            <a:endParaRPr lang="zh-CN" altLang="en-US" dirty="0"/>
          </a:p>
        </p:txBody>
      </p:sp>
      <p:sp>
        <p:nvSpPr>
          <p:cNvPr id="4" name="灯片编号占位符 3">
            <a:extLst>
              <a:ext uri="{FF2B5EF4-FFF2-40B4-BE49-F238E27FC236}">
                <a16:creationId xmlns:a16="http://schemas.microsoft.com/office/drawing/2014/main" id="{48E351D4-01BF-4805-A45B-CB790917BC52}"/>
              </a:ext>
            </a:extLst>
          </p:cNvPr>
          <p:cNvSpPr>
            <a:spLocks noGrp="1"/>
          </p:cNvSpPr>
          <p:nvPr>
            <p:ph type="sldNum" sz="quarter" idx="12"/>
          </p:nvPr>
        </p:nvSpPr>
        <p:spPr/>
        <p:txBody>
          <a:bodyPr/>
          <a:lstStyle/>
          <a:p>
            <a:fld id="{B9D2C864-9362-43C7-A136-D9C41D93A96D}" type="slidenum">
              <a:rPr lang="en-US" smtClean="0"/>
              <a:pPr/>
              <a:t>4</a:t>
            </a:fld>
            <a:endParaRPr lang="en-US"/>
          </a:p>
        </p:txBody>
      </p:sp>
    </p:spTree>
    <p:extLst>
      <p:ext uri="{BB962C8B-B14F-4D97-AF65-F5344CB8AC3E}">
        <p14:creationId xmlns:p14="http://schemas.microsoft.com/office/powerpoint/2010/main" val="31421118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292F58-CD5E-4BBE-AF46-FD9683A36797}"/>
              </a:ext>
            </a:extLst>
          </p:cNvPr>
          <p:cNvSpPr>
            <a:spLocks noGrp="1"/>
          </p:cNvSpPr>
          <p:nvPr>
            <p:ph type="title"/>
          </p:nvPr>
        </p:nvSpPr>
        <p:spPr/>
        <p:txBody>
          <a:bodyPr/>
          <a:lstStyle/>
          <a:p>
            <a:r>
              <a:rPr lang="en-US" altLang="zh-CN" dirty="0"/>
              <a:t>Binary Search</a:t>
            </a:r>
            <a:endParaRPr lang="zh-CN" altLang="en-US" dirty="0"/>
          </a:p>
        </p:txBody>
      </p:sp>
      <p:sp>
        <p:nvSpPr>
          <p:cNvPr id="4" name="灯片编号占位符 3">
            <a:extLst>
              <a:ext uri="{FF2B5EF4-FFF2-40B4-BE49-F238E27FC236}">
                <a16:creationId xmlns:a16="http://schemas.microsoft.com/office/drawing/2014/main" id="{FF865DF8-8CAC-4818-8492-EBA0400976FB}"/>
              </a:ext>
            </a:extLst>
          </p:cNvPr>
          <p:cNvSpPr>
            <a:spLocks noGrp="1"/>
          </p:cNvSpPr>
          <p:nvPr>
            <p:ph type="sldNum" sz="quarter" idx="12"/>
          </p:nvPr>
        </p:nvSpPr>
        <p:spPr/>
        <p:txBody>
          <a:bodyPr/>
          <a:lstStyle/>
          <a:p>
            <a:fld id="{B9D2C864-9362-43C7-A136-D9C41D93A96D}" type="slidenum">
              <a:rPr lang="en-US" smtClean="0"/>
              <a:pPr/>
              <a:t>5</a:t>
            </a:fld>
            <a:endParaRPr lang="en-US"/>
          </a:p>
        </p:txBody>
      </p:sp>
      <p:pic>
        <p:nvPicPr>
          <p:cNvPr id="7" name="内容占位符 6">
            <a:extLst>
              <a:ext uri="{FF2B5EF4-FFF2-40B4-BE49-F238E27FC236}">
                <a16:creationId xmlns:a16="http://schemas.microsoft.com/office/drawing/2014/main" id="{E483E5DF-4846-EC47-AE28-C2416C17E809}"/>
              </a:ext>
            </a:extLst>
          </p:cNvPr>
          <p:cNvPicPr>
            <a:picLocks noGrp="1" noChangeAspect="1"/>
          </p:cNvPicPr>
          <p:nvPr>
            <p:ph idx="1"/>
          </p:nvPr>
        </p:nvPicPr>
        <p:blipFill>
          <a:blip r:embed="rId2" cstate="email">
            <a:extLst>
              <a:ext uri="{28A0092B-C50C-407E-A947-70E740481C1C}">
                <a14:useLocalDpi xmlns:a14="http://schemas.microsoft.com/office/drawing/2010/main" val="0"/>
              </a:ext>
            </a:extLst>
          </a:blip>
          <a:stretch>
            <a:fillRect/>
          </a:stretch>
        </p:blipFill>
        <p:spPr>
          <a:xfrm>
            <a:off x="793882" y="1717122"/>
            <a:ext cx="7554648" cy="3413453"/>
          </a:xfrm>
        </p:spPr>
      </p:pic>
    </p:spTree>
    <p:extLst>
      <p:ext uri="{BB962C8B-B14F-4D97-AF65-F5344CB8AC3E}">
        <p14:creationId xmlns:p14="http://schemas.microsoft.com/office/powerpoint/2010/main" val="5772791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1CE0936-2519-45F0-8FF1-4B77A711952D}"/>
              </a:ext>
            </a:extLst>
          </p:cNvPr>
          <p:cNvSpPr>
            <a:spLocks noGrp="1"/>
          </p:cNvSpPr>
          <p:nvPr>
            <p:ph type="title"/>
          </p:nvPr>
        </p:nvSpPr>
        <p:spPr/>
        <p:txBody>
          <a:bodyPr/>
          <a:lstStyle/>
          <a:p>
            <a:r>
              <a:rPr lang="en-US" altLang="zh-CN" dirty="0"/>
              <a:t>equals</a:t>
            </a:r>
            <a:endParaRPr lang="zh-CN" altLang="en-US" dirty="0"/>
          </a:p>
        </p:txBody>
      </p:sp>
      <p:pic>
        <p:nvPicPr>
          <p:cNvPr id="6" name="内容占位符 5">
            <a:extLst>
              <a:ext uri="{FF2B5EF4-FFF2-40B4-BE49-F238E27FC236}">
                <a16:creationId xmlns:a16="http://schemas.microsoft.com/office/drawing/2014/main" id="{0B122610-E6BD-4617-88B7-109C1CD331A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19534" y="1461743"/>
            <a:ext cx="8161337" cy="3411707"/>
          </a:xfrm>
        </p:spPr>
      </p:pic>
      <p:sp>
        <p:nvSpPr>
          <p:cNvPr id="4" name="灯片编号占位符 3">
            <a:extLst>
              <a:ext uri="{FF2B5EF4-FFF2-40B4-BE49-F238E27FC236}">
                <a16:creationId xmlns:a16="http://schemas.microsoft.com/office/drawing/2014/main" id="{3BAAA158-A239-408D-8820-42093AF212E4}"/>
              </a:ext>
            </a:extLst>
          </p:cNvPr>
          <p:cNvSpPr>
            <a:spLocks noGrp="1"/>
          </p:cNvSpPr>
          <p:nvPr>
            <p:ph type="sldNum" sz="quarter" idx="12"/>
          </p:nvPr>
        </p:nvSpPr>
        <p:spPr/>
        <p:txBody>
          <a:bodyPr/>
          <a:lstStyle/>
          <a:p>
            <a:fld id="{B9D2C864-9362-43C7-A136-D9C41D93A96D}" type="slidenum">
              <a:rPr lang="en-US" smtClean="0"/>
              <a:pPr/>
              <a:t>6</a:t>
            </a:fld>
            <a:endParaRPr lang="en-US"/>
          </a:p>
        </p:txBody>
      </p:sp>
    </p:spTree>
    <p:extLst>
      <p:ext uri="{BB962C8B-B14F-4D97-AF65-F5344CB8AC3E}">
        <p14:creationId xmlns:p14="http://schemas.microsoft.com/office/powerpoint/2010/main" val="18746815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39FD22-B6BC-4821-B67D-BB7571C5137A}"/>
              </a:ext>
            </a:extLst>
          </p:cNvPr>
          <p:cNvSpPr>
            <a:spLocks noGrp="1"/>
          </p:cNvSpPr>
          <p:nvPr>
            <p:ph type="title"/>
          </p:nvPr>
        </p:nvSpPr>
        <p:spPr/>
        <p:txBody>
          <a:bodyPr/>
          <a:lstStyle/>
          <a:p>
            <a:r>
              <a:rPr lang="en-US" altLang="zh-CN" dirty="0"/>
              <a:t>fill</a:t>
            </a:r>
            <a:endParaRPr lang="zh-CN" altLang="en-US" dirty="0"/>
          </a:p>
        </p:txBody>
      </p:sp>
      <p:sp>
        <p:nvSpPr>
          <p:cNvPr id="4" name="灯片编号占位符 3">
            <a:extLst>
              <a:ext uri="{FF2B5EF4-FFF2-40B4-BE49-F238E27FC236}">
                <a16:creationId xmlns:a16="http://schemas.microsoft.com/office/drawing/2014/main" id="{C471F859-EB4B-4190-9A8C-5995C070EDB6}"/>
              </a:ext>
            </a:extLst>
          </p:cNvPr>
          <p:cNvSpPr>
            <a:spLocks noGrp="1"/>
          </p:cNvSpPr>
          <p:nvPr>
            <p:ph type="sldNum" sz="quarter" idx="12"/>
          </p:nvPr>
        </p:nvSpPr>
        <p:spPr/>
        <p:txBody>
          <a:bodyPr/>
          <a:lstStyle/>
          <a:p>
            <a:fld id="{B9D2C864-9362-43C7-A136-D9C41D93A96D}" type="slidenum">
              <a:rPr lang="en-US" smtClean="0"/>
              <a:pPr/>
              <a:t>7</a:t>
            </a:fld>
            <a:endParaRPr lang="en-US"/>
          </a:p>
        </p:txBody>
      </p:sp>
      <p:pic>
        <p:nvPicPr>
          <p:cNvPr id="8" name="内容占位符 7">
            <a:extLst>
              <a:ext uri="{FF2B5EF4-FFF2-40B4-BE49-F238E27FC236}">
                <a16:creationId xmlns:a16="http://schemas.microsoft.com/office/drawing/2014/main" id="{27FC38BB-320C-194D-AF1E-E7BFBEE2A4FA}"/>
              </a:ext>
            </a:extLst>
          </p:cNvPr>
          <p:cNvPicPr>
            <a:picLocks noGrp="1" noChangeAspect="1"/>
          </p:cNvPicPr>
          <p:nvPr>
            <p:ph idx="1"/>
          </p:nvPr>
        </p:nvPicPr>
        <p:blipFill>
          <a:blip r:embed="rId2" cstate="email">
            <a:extLst>
              <a:ext uri="{28A0092B-C50C-407E-A947-70E740481C1C}">
                <a14:useLocalDpi xmlns:a14="http://schemas.microsoft.com/office/drawing/2010/main" val="0"/>
              </a:ext>
            </a:extLst>
          </a:blip>
          <a:stretch>
            <a:fillRect/>
          </a:stretch>
        </p:blipFill>
        <p:spPr>
          <a:xfrm>
            <a:off x="779135" y="2022010"/>
            <a:ext cx="7584142" cy="2803677"/>
          </a:xfrm>
        </p:spPr>
      </p:pic>
    </p:spTree>
    <p:extLst>
      <p:ext uri="{BB962C8B-B14F-4D97-AF65-F5344CB8AC3E}">
        <p14:creationId xmlns:p14="http://schemas.microsoft.com/office/powerpoint/2010/main" val="24779471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B92E0F-1838-4947-B1E2-FCB57DE0357F}"/>
              </a:ext>
            </a:extLst>
          </p:cNvPr>
          <p:cNvSpPr>
            <a:spLocks noGrp="1"/>
          </p:cNvSpPr>
          <p:nvPr>
            <p:ph type="title"/>
          </p:nvPr>
        </p:nvSpPr>
        <p:spPr/>
        <p:txBody>
          <a:bodyPr/>
          <a:lstStyle/>
          <a:p>
            <a:r>
              <a:rPr lang="en-US" altLang="zh-CN" dirty="0"/>
              <a:t>Sort</a:t>
            </a:r>
            <a:endParaRPr lang="zh-CN" altLang="en-US" dirty="0"/>
          </a:p>
        </p:txBody>
      </p:sp>
      <p:sp>
        <p:nvSpPr>
          <p:cNvPr id="4" name="灯片编号占位符 3">
            <a:extLst>
              <a:ext uri="{FF2B5EF4-FFF2-40B4-BE49-F238E27FC236}">
                <a16:creationId xmlns:a16="http://schemas.microsoft.com/office/drawing/2014/main" id="{1ABB0A36-6ED2-44D8-975C-4832DF5943A8}"/>
              </a:ext>
            </a:extLst>
          </p:cNvPr>
          <p:cNvSpPr>
            <a:spLocks noGrp="1"/>
          </p:cNvSpPr>
          <p:nvPr>
            <p:ph type="sldNum" sz="quarter" idx="12"/>
          </p:nvPr>
        </p:nvSpPr>
        <p:spPr/>
        <p:txBody>
          <a:bodyPr/>
          <a:lstStyle/>
          <a:p>
            <a:fld id="{B9D2C864-9362-43C7-A136-D9C41D93A96D}" type="slidenum">
              <a:rPr lang="en-US" smtClean="0"/>
              <a:pPr/>
              <a:t>8</a:t>
            </a:fld>
            <a:endParaRPr lang="en-US"/>
          </a:p>
        </p:txBody>
      </p:sp>
      <p:pic>
        <p:nvPicPr>
          <p:cNvPr id="8" name="内容占位符 7">
            <a:extLst>
              <a:ext uri="{FF2B5EF4-FFF2-40B4-BE49-F238E27FC236}">
                <a16:creationId xmlns:a16="http://schemas.microsoft.com/office/drawing/2014/main" id="{9B6511D7-2DC2-7C45-8F93-FFA17535E622}"/>
              </a:ext>
            </a:extLst>
          </p:cNvPr>
          <p:cNvPicPr>
            <a:picLocks noGrp="1" noChangeAspect="1"/>
          </p:cNvPicPr>
          <p:nvPr>
            <p:ph idx="1"/>
          </p:nvPr>
        </p:nvPicPr>
        <p:blipFill>
          <a:blip r:embed="rId2" cstate="email">
            <a:extLst>
              <a:ext uri="{28A0092B-C50C-407E-A947-70E740481C1C}">
                <a14:useLocalDpi xmlns:a14="http://schemas.microsoft.com/office/drawing/2010/main" val="0"/>
              </a:ext>
            </a:extLst>
          </a:blip>
          <a:stretch>
            <a:fillRect/>
          </a:stretch>
        </p:blipFill>
        <p:spPr>
          <a:xfrm>
            <a:off x="1630409" y="1714577"/>
            <a:ext cx="5890979" cy="2938144"/>
          </a:xfrm>
        </p:spPr>
      </p:pic>
      <p:pic>
        <p:nvPicPr>
          <p:cNvPr id="10" name="图片 9">
            <a:extLst>
              <a:ext uri="{FF2B5EF4-FFF2-40B4-BE49-F238E27FC236}">
                <a16:creationId xmlns:a16="http://schemas.microsoft.com/office/drawing/2014/main" id="{2A35D50A-0642-4A40-B83F-F2B750202664}"/>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825003" y="5183997"/>
            <a:ext cx="3619500" cy="584200"/>
          </a:xfrm>
          <a:prstGeom prst="rect">
            <a:avLst/>
          </a:prstGeom>
        </p:spPr>
      </p:pic>
    </p:spTree>
    <p:extLst>
      <p:ext uri="{BB962C8B-B14F-4D97-AF65-F5344CB8AC3E}">
        <p14:creationId xmlns:p14="http://schemas.microsoft.com/office/powerpoint/2010/main" val="15624670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A01EC0-D0A9-D642-8466-3DCD2EE933B6}"/>
              </a:ext>
            </a:extLst>
          </p:cNvPr>
          <p:cNvSpPr>
            <a:spLocks noGrp="1"/>
          </p:cNvSpPr>
          <p:nvPr>
            <p:ph type="title"/>
          </p:nvPr>
        </p:nvSpPr>
        <p:spPr>
          <a:xfrm>
            <a:off x="915193" y="2994819"/>
            <a:ext cx="7313613" cy="868362"/>
          </a:xfrm>
        </p:spPr>
        <p:txBody>
          <a:bodyPr/>
          <a:lstStyle/>
          <a:p>
            <a:r>
              <a:rPr kumimoji="1" lang="en-US" altLang="zh-CN" dirty="0"/>
              <a:t>Part 2: Bubble Sort</a:t>
            </a:r>
            <a:endParaRPr kumimoji="1" lang="zh-CN" altLang="en-US" dirty="0"/>
          </a:p>
        </p:txBody>
      </p:sp>
      <p:sp>
        <p:nvSpPr>
          <p:cNvPr id="4" name="灯片编号占位符 3">
            <a:extLst>
              <a:ext uri="{FF2B5EF4-FFF2-40B4-BE49-F238E27FC236}">
                <a16:creationId xmlns:a16="http://schemas.microsoft.com/office/drawing/2014/main" id="{75CE976D-A335-6249-B674-C01CBA21D468}"/>
              </a:ext>
            </a:extLst>
          </p:cNvPr>
          <p:cNvSpPr>
            <a:spLocks noGrp="1"/>
          </p:cNvSpPr>
          <p:nvPr>
            <p:ph type="sldNum" sz="quarter" idx="12"/>
          </p:nvPr>
        </p:nvSpPr>
        <p:spPr/>
        <p:txBody>
          <a:bodyPr/>
          <a:lstStyle/>
          <a:p>
            <a:fld id="{B9D2C864-9362-43C7-A136-D9C41D93A96D}" type="slidenum">
              <a:rPr lang="en-US" smtClean="0"/>
              <a:pPr/>
              <a:t>9</a:t>
            </a:fld>
            <a:endParaRPr lang="en-US"/>
          </a:p>
        </p:txBody>
      </p:sp>
    </p:spTree>
    <p:extLst>
      <p:ext uri="{BB962C8B-B14F-4D97-AF65-F5344CB8AC3E}">
        <p14:creationId xmlns:p14="http://schemas.microsoft.com/office/powerpoint/2010/main" val="42798113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6362E9-15A3-5444-852E-D2971F0EA7B6}"/>
              </a:ext>
            </a:extLst>
          </p:cNvPr>
          <p:cNvSpPr>
            <a:spLocks noGrp="1"/>
          </p:cNvSpPr>
          <p:nvPr>
            <p:ph type="title"/>
          </p:nvPr>
        </p:nvSpPr>
        <p:spPr/>
        <p:txBody>
          <a:bodyPr/>
          <a:lstStyle/>
          <a:p>
            <a:pPr algn="l"/>
            <a:r>
              <a:rPr lang="en-US" altLang="zh-CN" dirty="0"/>
              <a:t>What is Bubble Sort ?</a:t>
            </a:r>
            <a:endParaRPr kumimoji="1" lang="zh-CN" altLang="en-US" dirty="0"/>
          </a:p>
        </p:txBody>
      </p:sp>
      <p:sp>
        <p:nvSpPr>
          <p:cNvPr id="3" name="内容占位符 2">
            <a:extLst>
              <a:ext uri="{FF2B5EF4-FFF2-40B4-BE49-F238E27FC236}">
                <a16:creationId xmlns:a16="http://schemas.microsoft.com/office/drawing/2014/main" id="{6C58FFE0-D011-FC47-B6CF-2B1795CEB679}"/>
              </a:ext>
            </a:extLst>
          </p:cNvPr>
          <p:cNvSpPr>
            <a:spLocks noGrp="1"/>
          </p:cNvSpPr>
          <p:nvPr>
            <p:ph idx="1"/>
          </p:nvPr>
        </p:nvSpPr>
        <p:spPr/>
        <p:txBody>
          <a:bodyPr/>
          <a:lstStyle/>
          <a:p>
            <a:r>
              <a:rPr kumimoji="1" lang="en" altLang="zh-CN" dirty="0"/>
              <a:t>Definition: is a simple sorting algorithm that repeatedly steps through the list, compares adjacent elements and swaps them if they are in the wrong order. (From Wikipedia)</a:t>
            </a:r>
            <a:endParaRPr kumimoji="1" lang="en-US" altLang="zh-CN" dirty="0"/>
          </a:p>
          <a:p>
            <a:r>
              <a:rPr kumimoji="1" lang="en-US" altLang="zh-CN" dirty="0"/>
              <a:t>For each iteration, at least one additional entry is put in the correct place.</a:t>
            </a:r>
            <a:endParaRPr kumimoji="1" lang="en" altLang="zh-CN" dirty="0"/>
          </a:p>
        </p:txBody>
      </p:sp>
      <p:sp>
        <p:nvSpPr>
          <p:cNvPr id="4" name="灯片编号占位符 3">
            <a:extLst>
              <a:ext uri="{FF2B5EF4-FFF2-40B4-BE49-F238E27FC236}">
                <a16:creationId xmlns:a16="http://schemas.microsoft.com/office/drawing/2014/main" id="{BA96C7D8-8C15-E042-BF7E-17B5C83F5F65}"/>
              </a:ext>
            </a:extLst>
          </p:cNvPr>
          <p:cNvSpPr>
            <a:spLocks noGrp="1"/>
          </p:cNvSpPr>
          <p:nvPr>
            <p:ph type="sldNum" sz="quarter" idx="12"/>
          </p:nvPr>
        </p:nvSpPr>
        <p:spPr/>
        <p:txBody>
          <a:bodyPr/>
          <a:lstStyle/>
          <a:p>
            <a:fld id="{B9D2C864-9362-43C7-A136-D9C41D93A96D}" type="slidenum">
              <a:rPr lang="en-US" smtClean="0"/>
              <a:pPr/>
              <a:t>10</a:t>
            </a:fld>
            <a:endParaRPr lang="en-US"/>
          </a:p>
        </p:txBody>
      </p:sp>
    </p:spTree>
    <p:extLst>
      <p:ext uri="{BB962C8B-B14F-4D97-AF65-F5344CB8AC3E}">
        <p14:creationId xmlns:p14="http://schemas.microsoft.com/office/powerpoint/2010/main" val="40843000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86E701-5070-F34A-A1F1-E3BE3F43E9D2}"/>
              </a:ext>
            </a:extLst>
          </p:cNvPr>
          <p:cNvSpPr>
            <a:spLocks noGrp="1"/>
          </p:cNvSpPr>
          <p:nvPr>
            <p:ph type="title"/>
          </p:nvPr>
        </p:nvSpPr>
        <p:spPr>
          <a:xfrm>
            <a:off x="914400" y="503238"/>
            <a:ext cx="7469579" cy="868362"/>
          </a:xfrm>
        </p:spPr>
        <p:txBody>
          <a:bodyPr/>
          <a:lstStyle/>
          <a:p>
            <a:pPr algn="l"/>
            <a:r>
              <a:rPr kumimoji="1" lang="en-US" altLang="zh-CN" dirty="0"/>
              <a:t>A toy example (From </a:t>
            </a:r>
            <a:r>
              <a:rPr kumimoji="1" lang="en-US" altLang="zh-CN" dirty="0" err="1"/>
              <a:t>Programiz</a:t>
            </a:r>
            <a:r>
              <a:rPr kumimoji="1" lang="en-US" altLang="zh-CN" dirty="0"/>
              <a:t>)</a:t>
            </a:r>
            <a:endParaRPr kumimoji="1" lang="zh-CN" altLang="en-US" dirty="0"/>
          </a:p>
        </p:txBody>
      </p:sp>
      <p:sp>
        <p:nvSpPr>
          <p:cNvPr id="4" name="灯片编号占位符 3">
            <a:extLst>
              <a:ext uri="{FF2B5EF4-FFF2-40B4-BE49-F238E27FC236}">
                <a16:creationId xmlns:a16="http://schemas.microsoft.com/office/drawing/2014/main" id="{93793A4A-6DC4-9244-814A-C79F10873035}"/>
              </a:ext>
            </a:extLst>
          </p:cNvPr>
          <p:cNvSpPr>
            <a:spLocks noGrp="1"/>
          </p:cNvSpPr>
          <p:nvPr>
            <p:ph type="sldNum" sz="quarter" idx="12"/>
          </p:nvPr>
        </p:nvSpPr>
        <p:spPr/>
        <p:txBody>
          <a:bodyPr/>
          <a:lstStyle/>
          <a:p>
            <a:fld id="{B9D2C864-9362-43C7-A136-D9C41D93A96D}" type="slidenum">
              <a:rPr lang="en-US" smtClean="0"/>
              <a:pPr/>
              <a:t>11</a:t>
            </a:fld>
            <a:endParaRPr lang="en-US"/>
          </a:p>
        </p:txBody>
      </p:sp>
      <p:pic>
        <p:nvPicPr>
          <p:cNvPr id="4098" name="Picture 2" descr="Compare two adjacent elements and swap them if the first element is greater than the next element">
            <a:extLst>
              <a:ext uri="{FF2B5EF4-FFF2-40B4-BE49-F238E27FC236}">
                <a16:creationId xmlns:a16="http://schemas.microsoft.com/office/drawing/2014/main" id="{8CCCA4AA-4C3B-E94E-8A20-B36FCD4071F5}"/>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585148" y="1221361"/>
            <a:ext cx="3713720" cy="4980836"/>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Continue the swapping and put the largest element among the unsorted list at the end">
            <a:extLst>
              <a:ext uri="{FF2B5EF4-FFF2-40B4-BE49-F238E27FC236}">
                <a16:creationId xmlns:a16="http://schemas.microsoft.com/office/drawing/2014/main" id="{C6DBAFE8-0938-3B41-AA91-E1D594E20239}"/>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4649189" y="1221361"/>
            <a:ext cx="3519106" cy="38865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2053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86E701-5070-F34A-A1F1-E3BE3F43E9D2}"/>
              </a:ext>
            </a:extLst>
          </p:cNvPr>
          <p:cNvSpPr>
            <a:spLocks noGrp="1"/>
          </p:cNvSpPr>
          <p:nvPr>
            <p:ph type="title"/>
          </p:nvPr>
        </p:nvSpPr>
        <p:spPr>
          <a:xfrm>
            <a:off x="914400" y="503238"/>
            <a:ext cx="7469579" cy="868362"/>
          </a:xfrm>
        </p:spPr>
        <p:txBody>
          <a:bodyPr/>
          <a:lstStyle/>
          <a:p>
            <a:pPr algn="l"/>
            <a:r>
              <a:rPr kumimoji="1" lang="en-US" altLang="zh-CN" dirty="0"/>
              <a:t>A toy example Cont.</a:t>
            </a:r>
            <a:endParaRPr kumimoji="1" lang="zh-CN" altLang="en-US" dirty="0"/>
          </a:p>
        </p:txBody>
      </p:sp>
      <p:sp>
        <p:nvSpPr>
          <p:cNvPr id="4" name="灯片编号占位符 3">
            <a:extLst>
              <a:ext uri="{FF2B5EF4-FFF2-40B4-BE49-F238E27FC236}">
                <a16:creationId xmlns:a16="http://schemas.microsoft.com/office/drawing/2014/main" id="{93793A4A-6DC4-9244-814A-C79F10873035}"/>
              </a:ext>
            </a:extLst>
          </p:cNvPr>
          <p:cNvSpPr>
            <a:spLocks noGrp="1"/>
          </p:cNvSpPr>
          <p:nvPr>
            <p:ph type="sldNum" sz="quarter" idx="12"/>
          </p:nvPr>
        </p:nvSpPr>
        <p:spPr/>
        <p:txBody>
          <a:bodyPr/>
          <a:lstStyle/>
          <a:p>
            <a:fld id="{B9D2C864-9362-43C7-A136-D9C41D93A96D}" type="slidenum">
              <a:rPr lang="en-US" smtClean="0"/>
              <a:pPr/>
              <a:t>12</a:t>
            </a:fld>
            <a:endParaRPr lang="en-US"/>
          </a:p>
        </p:txBody>
      </p:sp>
      <p:pic>
        <p:nvPicPr>
          <p:cNvPr id="6146" name="Picture 2" descr="Swapping occurs only if the first element is greater than the next element">
            <a:extLst>
              <a:ext uri="{FF2B5EF4-FFF2-40B4-BE49-F238E27FC236}">
                <a16:creationId xmlns:a16="http://schemas.microsoft.com/office/drawing/2014/main" id="{DEE4EFAB-3902-2F4B-9D81-03E334052345}"/>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671368" y="1696648"/>
            <a:ext cx="3725605" cy="3232892"/>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The array is sorted if all the elements are kept in the right order.">
            <a:extLst>
              <a:ext uri="{FF2B5EF4-FFF2-40B4-BE49-F238E27FC236}">
                <a16:creationId xmlns:a16="http://schemas.microsoft.com/office/drawing/2014/main" id="{820B48AD-B53D-9747-8C16-B486B579BD70}"/>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4747029" y="2572828"/>
            <a:ext cx="3514272" cy="22178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0730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4A2D0A-E25C-BB4C-AC0B-DA368C5F76D5}"/>
              </a:ext>
            </a:extLst>
          </p:cNvPr>
          <p:cNvSpPr>
            <a:spLocks noGrp="1"/>
          </p:cNvSpPr>
          <p:nvPr>
            <p:ph type="title"/>
          </p:nvPr>
        </p:nvSpPr>
        <p:spPr>
          <a:xfrm>
            <a:off x="914400" y="503238"/>
            <a:ext cx="7790213" cy="868362"/>
          </a:xfrm>
        </p:spPr>
        <p:txBody>
          <a:bodyPr/>
          <a:lstStyle/>
          <a:p>
            <a:pPr algn="l"/>
            <a:r>
              <a:rPr kumimoji="1" lang="en-US" altLang="zh-CN" dirty="0"/>
              <a:t>Code for Bubble Sort</a:t>
            </a:r>
            <a:endParaRPr kumimoji="1" lang="zh-CN" altLang="en-US" dirty="0"/>
          </a:p>
        </p:txBody>
      </p:sp>
      <p:sp>
        <p:nvSpPr>
          <p:cNvPr id="3" name="内容占位符 2">
            <a:extLst>
              <a:ext uri="{FF2B5EF4-FFF2-40B4-BE49-F238E27FC236}">
                <a16:creationId xmlns:a16="http://schemas.microsoft.com/office/drawing/2014/main" id="{A9619EC9-E9A4-0D49-9354-D47D23439381}"/>
              </a:ext>
            </a:extLst>
          </p:cNvPr>
          <p:cNvSpPr>
            <a:spLocks noGrp="1"/>
          </p:cNvSpPr>
          <p:nvPr>
            <p:ph idx="1"/>
          </p:nvPr>
        </p:nvSpPr>
        <p:spPr/>
        <p:txBody>
          <a:bodyPr/>
          <a:lstStyle/>
          <a:p>
            <a:r>
              <a:rPr lang="en-US" altLang="zh-CN" dirty="0"/>
              <a:t>Download the template from Blackboard</a:t>
            </a:r>
            <a:endParaRPr lang="en-US" altLang="zh-CN" b="1" dirty="0"/>
          </a:p>
          <a:p>
            <a:r>
              <a:rPr lang="en-US" altLang="zh-CN" dirty="0"/>
              <a:t>Complete the </a:t>
            </a:r>
            <a:r>
              <a:rPr lang="en-US" altLang="zh-CN" dirty="0" err="1"/>
              <a:t>bubbleSort</a:t>
            </a:r>
            <a:r>
              <a:rPr lang="en-US" altLang="zh-CN" dirty="0"/>
              <a:t> function.</a:t>
            </a:r>
          </a:p>
        </p:txBody>
      </p:sp>
      <p:sp>
        <p:nvSpPr>
          <p:cNvPr id="4" name="灯片编号占位符 3">
            <a:extLst>
              <a:ext uri="{FF2B5EF4-FFF2-40B4-BE49-F238E27FC236}">
                <a16:creationId xmlns:a16="http://schemas.microsoft.com/office/drawing/2014/main" id="{B60F407C-3742-494D-B812-EEAE1BE2E6E7}"/>
              </a:ext>
            </a:extLst>
          </p:cNvPr>
          <p:cNvSpPr>
            <a:spLocks noGrp="1"/>
          </p:cNvSpPr>
          <p:nvPr>
            <p:ph type="sldNum" sz="quarter" idx="12"/>
          </p:nvPr>
        </p:nvSpPr>
        <p:spPr/>
        <p:txBody>
          <a:bodyPr/>
          <a:lstStyle/>
          <a:p>
            <a:fld id="{B9D2C864-9362-43C7-A136-D9C41D93A96D}" type="slidenum">
              <a:rPr lang="en-US" smtClean="0"/>
              <a:pPr/>
              <a:t>13</a:t>
            </a:fld>
            <a:endParaRPr lang="en-US"/>
          </a:p>
        </p:txBody>
      </p:sp>
    </p:spTree>
    <p:extLst>
      <p:ext uri="{BB962C8B-B14F-4D97-AF65-F5344CB8AC3E}">
        <p14:creationId xmlns:p14="http://schemas.microsoft.com/office/powerpoint/2010/main" val="12989693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A01EC0-D0A9-D642-8466-3DCD2EE933B6}"/>
              </a:ext>
            </a:extLst>
          </p:cNvPr>
          <p:cNvSpPr>
            <a:spLocks noGrp="1"/>
          </p:cNvSpPr>
          <p:nvPr>
            <p:ph type="title"/>
          </p:nvPr>
        </p:nvSpPr>
        <p:spPr>
          <a:xfrm>
            <a:off x="915193" y="2994819"/>
            <a:ext cx="7313613" cy="868362"/>
          </a:xfrm>
        </p:spPr>
        <p:txBody>
          <a:bodyPr/>
          <a:lstStyle/>
          <a:p>
            <a:r>
              <a:rPr kumimoji="1" lang="en-US" altLang="zh-CN" dirty="0"/>
              <a:t>Part 3: Binary Search</a:t>
            </a:r>
            <a:endParaRPr kumimoji="1" lang="zh-CN" altLang="en-US" dirty="0"/>
          </a:p>
        </p:txBody>
      </p:sp>
      <p:sp>
        <p:nvSpPr>
          <p:cNvPr id="4" name="灯片编号占位符 3">
            <a:extLst>
              <a:ext uri="{FF2B5EF4-FFF2-40B4-BE49-F238E27FC236}">
                <a16:creationId xmlns:a16="http://schemas.microsoft.com/office/drawing/2014/main" id="{75CE976D-A335-6249-B674-C01CBA21D468}"/>
              </a:ext>
            </a:extLst>
          </p:cNvPr>
          <p:cNvSpPr>
            <a:spLocks noGrp="1"/>
          </p:cNvSpPr>
          <p:nvPr>
            <p:ph type="sldNum" sz="quarter" idx="12"/>
          </p:nvPr>
        </p:nvSpPr>
        <p:spPr/>
        <p:txBody>
          <a:bodyPr/>
          <a:lstStyle/>
          <a:p>
            <a:fld id="{B9D2C864-9362-43C7-A136-D9C41D93A96D}" type="slidenum">
              <a:rPr lang="en-US" smtClean="0"/>
              <a:pPr/>
              <a:t>14</a:t>
            </a:fld>
            <a:endParaRPr lang="en-US"/>
          </a:p>
        </p:txBody>
      </p:sp>
    </p:spTree>
    <p:extLst>
      <p:ext uri="{BB962C8B-B14F-4D97-AF65-F5344CB8AC3E}">
        <p14:creationId xmlns:p14="http://schemas.microsoft.com/office/powerpoint/2010/main" val="15157435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6362E9-15A3-5444-852E-D2971F0EA7B6}"/>
              </a:ext>
            </a:extLst>
          </p:cNvPr>
          <p:cNvSpPr>
            <a:spLocks noGrp="1"/>
          </p:cNvSpPr>
          <p:nvPr>
            <p:ph type="title"/>
          </p:nvPr>
        </p:nvSpPr>
        <p:spPr/>
        <p:txBody>
          <a:bodyPr/>
          <a:lstStyle/>
          <a:p>
            <a:pPr algn="l"/>
            <a:r>
              <a:rPr lang="en-US" altLang="zh-CN" dirty="0"/>
              <a:t>What is Binary Search ?</a:t>
            </a:r>
            <a:endParaRPr kumimoji="1" lang="zh-CN" altLang="en-US" dirty="0"/>
          </a:p>
        </p:txBody>
      </p:sp>
      <p:sp>
        <p:nvSpPr>
          <p:cNvPr id="3" name="内容占位符 2">
            <a:extLst>
              <a:ext uri="{FF2B5EF4-FFF2-40B4-BE49-F238E27FC236}">
                <a16:creationId xmlns:a16="http://schemas.microsoft.com/office/drawing/2014/main" id="{6C58FFE0-D011-FC47-B6CF-2B1795CEB679}"/>
              </a:ext>
            </a:extLst>
          </p:cNvPr>
          <p:cNvSpPr>
            <a:spLocks noGrp="1"/>
          </p:cNvSpPr>
          <p:nvPr>
            <p:ph idx="1"/>
          </p:nvPr>
        </p:nvSpPr>
        <p:spPr>
          <a:xfrm>
            <a:off x="914400" y="1735138"/>
            <a:ext cx="7493330" cy="4056062"/>
          </a:xfrm>
        </p:spPr>
        <p:txBody>
          <a:bodyPr/>
          <a:lstStyle/>
          <a:p>
            <a:r>
              <a:rPr kumimoji="1" lang="en" altLang="zh-CN" dirty="0"/>
              <a:t>Definition: </a:t>
            </a:r>
            <a:r>
              <a:rPr lang="en" altLang="zh-CN" dirty="0"/>
              <a:t>is a search algorithm that finds the position of a target value within a </a:t>
            </a:r>
            <a:r>
              <a:rPr lang="en" altLang="zh-CN" b="1" dirty="0"/>
              <a:t>sorted array</a:t>
            </a:r>
            <a:r>
              <a:rPr lang="en" altLang="zh-CN" dirty="0"/>
              <a:t>. </a:t>
            </a:r>
            <a:r>
              <a:rPr kumimoji="1" lang="en" altLang="zh-CN" dirty="0"/>
              <a:t>(From Wikipedia)</a:t>
            </a:r>
            <a:endParaRPr kumimoji="1" lang="en-US" altLang="zh-CN" dirty="0"/>
          </a:p>
          <a:p>
            <a:r>
              <a:rPr kumimoji="1" lang="en-US" altLang="zh-CN" dirty="0"/>
              <a:t>Compares the target value to the middle element of the array. If they are not equal, the half in which the target cannot lie is eliminated and the search continues on the remaining half, again taking the middle element to compare to the target value, and repeating this until the target value is found. </a:t>
            </a:r>
            <a:r>
              <a:rPr kumimoji="1" lang="en" altLang="zh-CN" dirty="0"/>
              <a:t>(From Wikipedia)</a:t>
            </a:r>
          </a:p>
        </p:txBody>
      </p:sp>
      <p:sp>
        <p:nvSpPr>
          <p:cNvPr id="4" name="灯片编号占位符 3">
            <a:extLst>
              <a:ext uri="{FF2B5EF4-FFF2-40B4-BE49-F238E27FC236}">
                <a16:creationId xmlns:a16="http://schemas.microsoft.com/office/drawing/2014/main" id="{BA96C7D8-8C15-E042-BF7E-17B5C83F5F65}"/>
              </a:ext>
            </a:extLst>
          </p:cNvPr>
          <p:cNvSpPr>
            <a:spLocks noGrp="1"/>
          </p:cNvSpPr>
          <p:nvPr>
            <p:ph type="sldNum" sz="quarter" idx="12"/>
          </p:nvPr>
        </p:nvSpPr>
        <p:spPr/>
        <p:txBody>
          <a:bodyPr/>
          <a:lstStyle/>
          <a:p>
            <a:fld id="{B9D2C864-9362-43C7-A136-D9C41D93A96D}" type="slidenum">
              <a:rPr lang="en-US" smtClean="0"/>
              <a:pPr/>
              <a:t>15</a:t>
            </a:fld>
            <a:endParaRPr lang="en-US"/>
          </a:p>
        </p:txBody>
      </p:sp>
    </p:spTree>
    <p:extLst>
      <p:ext uri="{BB962C8B-B14F-4D97-AF65-F5344CB8AC3E}">
        <p14:creationId xmlns:p14="http://schemas.microsoft.com/office/powerpoint/2010/main" val="31649477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85EFA0-C991-0946-821F-61FFD2D8B033}"/>
              </a:ext>
            </a:extLst>
          </p:cNvPr>
          <p:cNvSpPr>
            <a:spLocks noGrp="1"/>
          </p:cNvSpPr>
          <p:nvPr>
            <p:ph type="title"/>
          </p:nvPr>
        </p:nvSpPr>
        <p:spPr>
          <a:xfrm>
            <a:off x="914400" y="503238"/>
            <a:ext cx="7576457" cy="868362"/>
          </a:xfrm>
        </p:spPr>
        <p:txBody>
          <a:bodyPr/>
          <a:lstStyle/>
          <a:p>
            <a:pPr algn="l"/>
            <a:r>
              <a:rPr kumimoji="1" lang="en-US" altLang="zh-CN" dirty="0"/>
              <a:t>A toy example (From </a:t>
            </a:r>
            <a:r>
              <a:rPr kumimoji="1" lang="en-US" altLang="zh-CN" dirty="0" err="1"/>
              <a:t>Programiz</a:t>
            </a:r>
            <a:r>
              <a:rPr kumimoji="1" lang="en-US" altLang="zh-CN" dirty="0"/>
              <a:t>)</a:t>
            </a:r>
            <a:endParaRPr kumimoji="1" lang="zh-CN" altLang="en-US" dirty="0"/>
          </a:p>
        </p:txBody>
      </p:sp>
      <p:sp>
        <p:nvSpPr>
          <p:cNvPr id="3" name="内容占位符 2">
            <a:extLst>
              <a:ext uri="{FF2B5EF4-FFF2-40B4-BE49-F238E27FC236}">
                <a16:creationId xmlns:a16="http://schemas.microsoft.com/office/drawing/2014/main" id="{261E4D30-2C0E-8A4C-8679-46212B090652}"/>
              </a:ext>
            </a:extLst>
          </p:cNvPr>
          <p:cNvSpPr>
            <a:spLocks noGrp="1"/>
          </p:cNvSpPr>
          <p:nvPr>
            <p:ph idx="1"/>
          </p:nvPr>
        </p:nvSpPr>
        <p:spPr>
          <a:xfrm>
            <a:off x="914400" y="1735138"/>
            <a:ext cx="7313613" cy="544924"/>
          </a:xfrm>
        </p:spPr>
        <p:txBody>
          <a:bodyPr/>
          <a:lstStyle/>
          <a:p>
            <a:r>
              <a:rPr kumimoji="1" lang="en-US" altLang="zh-CN" dirty="0"/>
              <a:t>The target value is 4 and the length is 7.</a:t>
            </a:r>
          </a:p>
        </p:txBody>
      </p:sp>
      <p:sp>
        <p:nvSpPr>
          <p:cNvPr id="4" name="灯片编号占位符 3">
            <a:extLst>
              <a:ext uri="{FF2B5EF4-FFF2-40B4-BE49-F238E27FC236}">
                <a16:creationId xmlns:a16="http://schemas.microsoft.com/office/drawing/2014/main" id="{3C1D7774-63F9-3140-8DA3-6813BF5DF082}"/>
              </a:ext>
            </a:extLst>
          </p:cNvPr>
          <p:cNvSpPr>
            <a:spLocks noGrp="1"/>
          </p:cNvSpPr>
          <p:nvPr>
            <p:ph type="sldNum" sz="quarter" idx="12"/>
          </p:nvPr>
        </p:nvSpPr>
        <p:spPr/>
        <p:txBody>
          <a:bodyPr/>
          <a:lstStyle/>
          <a:p>
            <a:fld id="{B9D2C864-9362-43C7-A136-D9C41D93A96D}" type="slidenum">
              <a:rPr lang="en-US" smtClean="0"/>
              <a:pPr/>
              <a:t>16</a:t>
            </a:fld>
            <a:endParaRPr lang="en-US"/>
          </a:p>
        </p:txBody>
      </p:sp>
      <p:pic>
        <p:nvPicPr>
          <p:cNvPr id="7174" name="Picture 6" descr="mid element Binary Search">
            <a:extLst>
              <a:ext uri="{FF2B5EF4-FFF2-40B4-BE49-F238E27FC236}">
                <a16:creationId xmlns:a16="http://schemas.microsoft.com/office/drawing/2014/main" id="{FA1BED6C-A314-CD40-9764-DFD3B8C0E52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738939" y="2280062"/>
            <a:ext cx="5552510" cy="1927387"/>
          </a:xfrm>
          <a:prstGeom prst="rect">
            <a:avLst/>
          </a:prstGeom>
          <a:noFill/>
          <a:extLst>
            <a:ext uri="{909E8E84-426E-40DD-AFC4-6F175D3DCCD1}">
              <a14:hiddenFill xmlns:a14="http://schemas.microsoft.com/office/drawing/2010/main">
                <a:solidFill>
                  <a:srgbClr val="FFFFFF"/>
                </a:solidFill>
              </a14:hiddenFill>
            </a:ext>
          </a:extLst>
        </p:spPr>
      </p:pic>
      <p:pic>
        <p:nvPicPr>
          <p:cNvPr id="7178" name="Picture 10" descr="finding mid element Binary Search">
            <a:extLst>
              <a:ext uri="{FF2B5EF4-FFF2-40B4-BE49-F238E27FC236}">
                <a16:creationId xmlns:a16="http://schemas.microsoft.com/office/drawing/2014/main" id="{2EA4F8DC-4CCB-BF44-AA68-03BBCFE5FFB0}"/>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795745" y="4018645"/>
            <a:ext cx="5552510" cy="2309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4703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7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86E701-5070-F34A-A1F1-E3BE3F43E9D2}"/>
              </a:ext>
            </a:extLst>
          </p:cNvPr>
          <p:cNvSpPr>
            <a:spLocks noGrp="1"/>
          </p:cNvSpPr>
          <p:nvPr>
            <p:ph type="title"/>
          </p:nvPr>
        </p:nvSpPr>
        <p:spPr>
          <a:xfrm>
            <a:off x="914400" y="503238"/>
            <a:ext cx="7469579" cy="868362"/>
          </a:xfrm>
        </p:spPr>
        <p:txBody>
          <a:bodyPr/>
          <a:lstStyle/>
          <a:p>
            <a:pPr algn="l"/>
            <a:r>
              <a:rPr kumimoji="1" lang="en-US" altLang="zh-CN" dirty="0"/>
              <a:t>A toy example Cont.</a:t>
            </a:r>
            <a:endParaRPr kumimoji="1" lang="zh-CN" altLang="en-US" dirty="0"/>
          </a:p>
        </p:txBody>
      </p:sp>
      <p:sp>
        <p:nvSpPr>
          <p:cNvPr id="4" name="灯片编号占位符 3">
            <a:extLst>
              <a:ext uri="{FF2B5EF4-FFF2-40B4-BE49-F238E27FC236}">
                <a16:creationId xmlns:a16="http://schemas.microsoft.com/office/drawing/2014/main" id="{93793A4A-6DC4-9244-814A-C79F10873035}"/>
              </a:ext>
            </a:extLst>
          </p:cNvPr>
          <p:cNvSpPr>
            <a:spLocks noGrp="1"/>
          </p:cNvSpPr>
          <p:nvPr>
            <p:ph type="sldNum" sz="quarter" idx="12"/>
          </p:nvPr>
        </p:nvSpPr>
        <p:spPr/>
        <p:txBody>
          <a:bodyPr/>
          <a:lstStyle/>
          <a:p>
            <a:fld id="{B9D2C864-9362-43C7-A136-D9C41D93A96D}" type="slidenum">
              <a:rPr lang="en-US" smtClean="0"/>
              <a:pPr/>
              <a:t>17</a:t>
            </a:fld>
            <a:endParaRPr lang="en-US"/>
          </a:p>
        </p:txBody>
      </p:sp>
      <p:pic>
        <p:nvPicPr>
          <p:cNvPr id="8194" name="Picture 2" descr="mid element Binary Search">
            <a:extLst>
              <a:ext uri="{FF2B5EF4-FFF2-40B4-BE49-F238E27FC236}">
                <a16:creationId xmlns:a16="http://schemas.microsoft.com/office/drawing/2014/main" id="{FA7C42B6-7EA2-3741-B93B-C327C3D5B2E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3030599" y="1274288"/>
            <a:ext cx="3082801" cy="2510545"/>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found Binary Search">
            <a:extLst>
              <a:ext uri="{FF2B5EF4-FFF2-40B4-BE49-F238E27FC236}">
                <a16:creationId xmlns:a16="http://schemas.microsoft.com/office/drawing/2014/main" id="{DC48D768-3C7B-F84C-BF91-44EEC3194AD1}"/>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3030597" y="3727330"/>
            <a:ext cx="3082803" cy="25105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8866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1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4A2D0A-E25C-BB4C-AC0B-DA368C5F76D5}"/>
              </a:ext>
            </a:extLst>
          </p:cNvPr>
          <p:cNvSpPr>
            <a:spLocks noGrp="1"/>
          </p:cNvSpPr>
          <p:nvPr>
            <p:ph type="title"/>
          </p:nvPr>
        </p:nvSpPr>
        <p:spPr>
          <a:xfrm>
            <a:off x="914400" y="503238"/>
            <a:ext cx="7790213" cy="868362"/>
          </a:xfrm>
        </p:spPr>
        <p:txBody>
          <a:bodyPr/>
          <a:lstStyle/>
          <a:p>
            <a:pPr algn="l"/>
            <a:r>
              <a:rPr kumimoji="1" lang="en-US" altLang="zh-CN" dirty="0"/>
              <a:t>Code for Binary Search</a:t>
            </a:r>
            <a:endParaRPr kumimoji="1" lang="zh-CN" altLang="en-US" dirty="0"/>
          </a:p>
        </p:txBody>
      </p:sp>
      <p:sp>
        <p:nvSpPr>
          <p:cNvPr id="3" name="内容占位符 2">
            <a:extLst>
              <a:ext uri="{FF2B5EF4-FFF2-40B4-BE49-F238E27FC236}">
                <a16:creationId xmlns:a16="http://schemas.microsoft.com/office/drawing/2014/main" id="{A9619EC9-E9A4-0D49-9354-D47D23439381}"/>
              </a:ext>
            </a:extLst>
          </p:cNvPr>
          <p:cNvSpPr>
            <a:spLocks noGrp="1"/>
          </p:cNvSpPr>
          <p:nvPr>
            <p:ph idx="1"/>
          </p:nvPr>
        </p:nvSpPr>
        <p:spPr/>
        <p:txBody>
          <a:bodyPr/>
          <a:lstStyle/>
          <a:p>
            <a:r>
              <a:rPr lang="en-US" altLang="zh-CN" dirty="0"/>
              <a:t>Download the template from Blackboard</a:t>
            </a:r>
            <a:endParaRPr lang="en-US" altLang="zh-CN" b="1" dirty="0"/>
          </a:p>
          <a:p>
            <a:r>
              <a:rPr lang="en-US" altLang="zh-CN" dirty="0"/>
              <a:t>Complete the </a:t>
            </a:r>
            <a:r>
              <a:rPr lang="en" altLang="zh-CN"/>
              <a:t>binarySearch</a:t>
            </a:r>
            <a:r>
              <a:rPr lang="en-US" altLang="zh-CN"/>
              <a:t> </a:t>
            </a:r>
            <a:r>
              <a:rPr lang="en-US" altLang="zh-CN" dirty="0"/>
              <a:t>function.</a:t>
            </a:r>
          </a:p>
        </p:txBody>
      </p:sp>
      <p:sp>
        <p:nvSpPr>
          <p:cNvPr id="4" name="灯片编号占位符 3">
            <a:extLst>
              <a:ext uri="{FF2B5EF4-FFF2-40B4-BE49-F238E27FC236}">
                <a16:creationId xmlns:a16="http://schemas.microsoft.com/office/drawing/2014/main" id="{B60F407C-3742-494D-B812-EEAE1BE2E6E7}"/>
              </a:ext>
            </a:extLst>
          </p:cNvPr>
          <p:cNvSpPr>
            <a:spLocks noGrp="1"/>
          </p:cNvSpPr>
          <p:nvPr>
            <p:ph type="sldNum" sz="quarter" idx="12"/>
          </p:nvPr>
        </p:nvSpPr>
        <p:spPr/>
        <p:txBody>
          <a:bodyPr/>
          <a:lstStyle/>
          <a:p>
            <a:fld id="{B9D2C864-9362-43C7-A136-D9C41D93A96D}" type="slidenum">
              <a:rPr lang="en-US" smtClean="0"/>
              <a:pPr/>
              <a:t>18</a:t>
            </a:fld>
            <a:endParaRPr lang="en-US"/>
          </a:p>
        </p:txBody>
      </p:sp>
    </p:spTree>
    <p:extLst>
      <p:ext uri="{BB962C8B-B14F-4D97-AF65-F5344CB8AC3E}">
        <p14:creationId xmlns:p14="http://schemas.microsoft.com/office/powerpoint/2010/main" val="37402152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28B0F7-AD4E-3108-6ADB-59086FDADC9A}"/>
              </a:ext>
            </a:extLst>
          </p:cNvPr>
          <p:cNvSpPr>
            <a:spLocks noGrp="1"/>
          </p:cNvSpPr>
          <p:nvPr>
            <p:ph type="title"/>
          </p:nvPr>
        </p:nvSpPr>
        <p:spPr/>
        <p:txBody>
          <a:bodyPr/>
          <a:lstStyle/>
          <a:p>
            <a:endParaRPr lang="zh-CN" altLang="en-US" dirty="0"/>
          </a:p>
        </p:txBody>
      </p:sp>
      <p:sp>
        <p:nvSpPr>
          <p:cNvPr id="3" name="内容占位符 2">
            <a:extLst>
              <a:ext uri="{FF2B5EF4-FFF2-40B4-BE49-F238E27FC236}">
                <a16:creationId xmlns:a16="http://schemas.microsoft.com/office/drawing/2014/main" id="{C8E511FF-04BD-0CE8-06B4-CC307EED7331}"/>
              </a:ext>
            </a:extLst>
          </p:cNvPr>
          <p:cNvSpPr>
            <a:spLocks noGrp="1"/>
          </p:cNvSpPr>
          <p:nvPr>
            <p:ph idx="1"/>
          </p:nvPr>
        </p:nvSpPr>
        <p:spPr/>
        <p:txBody>
          <a:bodyPr/>
          <a:lstStyle/>
          <a:p>
            <a:endParaRPr lang="zh-CN" altLang="en-US" dirty="0"/>
          </a:p>
        </p:txBody>
      </p:sp>
      <p:sp>
        <p:nvSpPr>
          <p:cNvPr id="4" name="灯片编号占位符 3">
            <a:extLst>
              <a:ext uri="{FF2B5EF4-FFF2-40B4-BE49-F238E27FC236}">
                <a16:creationId xmlns:a16="http://schemas.microsoft.com/office/drawing/2014/main" id="{E1B23EDB-345E-AF34-58FB-FC4D5A194F4E}"/>
              </a:ext>
            </a:extLst>
          </p:cNvPr>
          <p:cNvSpPr>
            <a:spLocks noGrp="1"/>
          </p:cNvSpPr>
          <p:nvPr>
            <p:ph type="sldNum" sz="quarter" idx="12"/>
          </p:nvPr>
        </p:nvSpPr>
        <p:spPr/>
        <p:txBody>
          <a:bodyPr/>
          <a:lstStyle/>
          <a:p>
            <a:fld id="{B9D2C864-9362-43C7-A136-D9C41D93A96D}" type="slidenum">
              <a:rPr lang="en-US" smtClean="0"/>
              <a:pPr/>
              <a:t>19</a:t>
            </a:fld>
            <a:endParaRPr lang="en-US" dirty="0"/>
          </a:p>
        </p:txBody>
      </p:sp>
      <p:pic>
        <p:nvPicPr>
          <p:cNvPr id="6" name="图片 5">
            <a:extLst>
              <a:ext uri="{FF2B5EF4-FFF2-40B4-BE49-F238E27FC236}">
                <a16:creationId xmlns:a16="http://schemas.microsoft.com/office/drawing/2014/main" id="{CFAA6464-25B5-4E3C-A069-CA780B5A8B24}"/>
              </a:ext>
            </a:extLst>
          </p:cNvPr>
          <p:cNvPicPr>
            <a:picLocks noChangeAspect="1"/>
          </p:cNvPicPr>
          <p:nvPr/>
        </p:nvPicPr>
        <p:blipFill rotWithShape="1">
          <a:blip r:embed="rId2"/>
          <a:srcRect r="24124"/>
          <a:stretch/>
        </p:blipFill>
        <p:spPr>
          <a:xfrm>
            <a:off x="681986" y="691645"/>
            <a:ext cx="7778439" cy="5474710"/>
          </a:xfrm>
          <a:prstGeom prst="rect">
            <a:avLst/>
          </a:prstGeom>
        </p:spPr>
      </p:pic>
    </p:spTree>
    <p:extLst>
      <p:ext uri="{BB962C8B-B14F-4D97-AF65-F5344CB8AC3E}">
        <p14:creationId xmlns:p14="http://schemas.microsoft.com/office/powerpoint/2010/main" val="36983322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1F0A4C-86CB-3509-322A-A44AE77C4114}"/>
              </a:ext>
            </a:extLst>
          </p:cNvPr>
          <p:cNvSpPr>
            <a:spLocks noGrp="1"/>
          </p:cNvSpPr>
          <p:nvPr>
            <p:ph type="title"/>
          </p:nvPr>
        </p:nvSpPr>
        <p:spPr/>
        <p:txBody>
          <a:bodyPr/>
          <a:lstStyle/>
          <a:p>
            <a:endParaRPr lang="zh-CN" altLang="en-US"/>
          </a:p>
        </p:txBody>
      </p:sp>
      <p:pic>
        <p:nvPicPr>
          <p:cNvPr id="6" name="内容占位符 5">
            <a:extLst>
              <a:ext uri="{FF2B5EF4-FFF2-40B4-BE49-F238E27FC236}">
                <a16:creationId xmlns:a16="http://schemas.microsoft.com/office/drawing/2014/main" id="{088D252C-8256-9977-9C5C-FD9FF7A91CB4}"/>
              </a:ext>
            </a:extLst>
          </p:cNvPr>
          <p:cNvPicPr>
            <a:picLocks noGrp="1" noChangeAspect="1"/>
          </p:cNvPicPr>
          <p:nvPr>
            <p:ph idx="1"/>
          </p:nvPr>
        </p:nvPicPr>
        <p:blipFill>
          <a:blip r:embed="rId2" cstate="email">
            <a:extLst>
              <a:ext uri="{28A0092B-C50C-407E-A947-70E740481C1C}">
                <a14:useLocalDpi xmlns:a14="http://schemas.microsoft.com/office/drawing/2010/main" val="0"/>
              </a:ext>
            </a:extLst>
          </a:blip>
          <a:stretch>
            <a:fillRect/>
          </a:stretch>
        </p:blipFill>
        <p:spPr>
          <a:xfrm>
            <a:off x="513586" y="1177467"/>
            <a:ext cx="8115240" cy="4492763"/>
          </a:xfrm>
        </p:spPr>
      </p:pic>
      <p:sp>
        <p:nvSpPr>
          <p:cNvPr id="4" name="灯片编号占位符 3">
            <a:extLst>
              <a:ext uri="{FF2B5EF4-FFF2-40B4-BE49-F238E27FC236}">
                <a16:creationId xmlns:a16="http://schemas.microsoft.com/office/drawing/2014/main" id="{566B4034-28ED-B648-5530-51B74B960288}"/>
              </a:ext>
            </a:extLst>
          </p:cNvPr>
          <p:cNvSpPr>
            <a:spLocks noGrp="1"/>
          </p:cNvSpPr>
          <p:nvPr>
            <p:ph type="sldNum" sz="quarter" idx="12"/>
          </p:nvPr>
        </p:nvSpPr>
        <p:spPr/>
        <p:txBody>
          <a:bodyPr/>
          <a:lstStyle/>
          <a:p>
            <a:fld id="{B9D2C864-9362-43C7-A136-D9C41D93A96D}" type="slidenum">
              <a:rPr lang="en-US" smtClean="0"/>
              <a:pPr/>
              <a:t>20</a:t>
            </a:fld>
            <a:endParaRPr lang="en-US"/>
          </a:p>
        </p:txBody>
      </p:sp>
    </p:spTree>
    <p:extLst>
      <p:ext uri="{BB962C8B-B14F-4D97-AF65-F5344CB8AC3E}">
        <p14:creationId xmlns:p14="http://schemas.microsoft.com/office/powerpoint/2010/main" val="575425989"/>
      </p:ext>
    </p:extLst>
  </p:cSld>
  <p:clrMapOvr>
    <a:masterClrMapping/>
  </p:clrMapOvr>
</p:sld>
</file>

<file path=ppt/theme/_rels/them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jpeg"/><Relationship Id="rId5" Type="http://schemas.openxmlformats.org/officeDocument/2006/relationships/image" Target="../media/image5.jpeg"/><Relationship Id="rId4" Type="http://schemas.openxmlformats.org/officeDocument/2006/relationships/image" Target="../media/image4.jpeg"/></Relationships>
</file>

<file path=ppt/theme/theme1.xml><?xml version="1.0" encoding="utf-8"?>
<a:theme xmlns:a="http://schemas.openxmlformats.org/drawingml/2006/main" name="Inkwell">
  <a:themeElements>
    <a:clrScheme name="Inkwell">
      <a:dk1>
        <a:sysClr val="windowText" lastClr="000000"/>
      </a:dk1>
      <a:lt1>
        <a:sysClr val="window" lastClr="FFFFFF"/>
      </a:lt1>
      <a:dk2>
        <a:srgbClr val="584D2E"/>
      </a:dk2>
      <a:lt2>
        <a:srgbClr val="EFE7C3"/>
      </a:lt2>
      <a:accent1>
        <a:srgbClr val="860908"/>
      </a:accent1>
      <a:accent2>
        <a:srgbClr val="4A0505"/>
      </a:accent2>
      <a:accent3>
        <a:srgbClr val="7A500A"/>
      </a:accent3>
      <a:accent4>
        <a:srgbClr val="C47810"/>
      </a:accent4>
      <a:accent5>
        <a:srgbClr val="827752"/>
      </a:accent5>
      <a:accent6>
        <a:srgbClr val="B5BB83"/>
      </a:accent6>
      <a:hlink>
        <a:srgbClr val="C47810"/>
      </a:hlink>
      <a:folHlink>
        <a:srgbClr val="F0A43A"/>
      </a:folHlink>
    </a:clrScheme>
    <a:fontScheme name="Inkwell">
      <a:majorFont>
        <a:latin typeface="Goudy Old Style"/>
        <a:ea typeface=""/>
        <a:cs typeface=""/>
        <a:font script="Jpan" typeface="ＭＳ 明朝"/>
      </a:majorFont>
      <a:minorFont>
        <a:latin typeface="Goudy Old Style"/>
        <a:ea typeface=""/>
        <a:cs typeface=""/>
        <a:font script="Jpan" typeface="ＭＳ 明朝"/>
      </a:minorFont>
    </a:fontScheme>
    <a:fmtScheme name="Inkwell">
      <a:fillStyleLst>
        <a:solidFill>
          <a:schemeClr val="phClr"/>
        </a:solidFill>
        <a:blipFill rotWithShape="1">
          <a:blip xmlns:r="http://schemas.openxmlformats.org/officeDocument/2006/relationships" r:embed="rId1">
            <a:duotone>
              <a:schemeClr val="phClr">
                <a:shade val="30000"/>
              </a:schemeClr>
              <a:schemeClr val="phClr">
                <a:alpha val="10000"/>
                <a:satMod val="120000"/>
              </a:schemeClr>
            </a:duotone>
          </a:blip>
          <a:stretch/>
        </a:blipFill>
        <a:blipFill rotWithShape="1">
          <a:blip xmlns:r="http://schemas.openxmlformats.org/officeDocument/2006/relationships" r:embed="rId2">
            <a:duotone>
              <a:schemeClr val="phClr">
                <a:shade val="30000"/>
                <a:satMod val="150000"/>
              </a:schemeClr>
              <a:schemeClr val="phClr">
                <a:alpha val="10000"/>
                <a:satMod val="120000"/>
              </a:schemeClr>
            </a:duotone>
          </a:blip>
          <a:stretch/>
        </a:blipFill>
      </a:fillStyleLst>
      <a:lnStyleLst>
        <a:ln w="12700" cap="flat" cmpd="sng" algn="ctr">
          <a:solidFill>
            <a:schemeClr val="phClr">
              <a:shade val="95000"/>
              <a:satMod val="105000"/>
            </a:scheme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101600" dist="38100" dir="5400000" rotWithShape="0">
              <a:srgbClr val="000000">
                <a:alpha val="75000"/>
              </a:srgbClr>
            </a:outerShdw>
          </a:effectLst>
        </a:effectStyle>
        <a:effectStyle>
          <a:effectLst>
            <a:outerShdw blurRad="38100" dist="25400" dir="5400000" rotWithShape="0">
              <a:srgbClr val="000000">
                <a:alpha val="75000"/>
              </a:srgbClr>
            </a:outerShdw>
            <a:softEdge rad="25400"/>
          </a:effectLst>
        </a:effectStyle>
      </a:effectStyleLst>
      <a:bgFillStyleLst>
        <a:blipFill rotWithShape="1">
          <a:blip xmlns:r="http://schemas.openxmlformats.org/officeDocument/2006/relationships" r:embed="rId3"/>
          <a:stretch/>
        </a:blipFill>
        <a:blipFill rotWithShape="1">
          <a:blip xmlns:r="http://schemas.openxmlformats.org/officeDocument/2006/relationships" r:embed="rId4"/>
          <a:stretch/>
        </a:blipFill>
        <a:blipFill rotWithShape="1">
          <a:blip xmlns:r="http://schemas.openxmlformats.org/officeDocument/2006/relationships" r:embed="rId5"/>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Inkwell.thmx</Template>
  <TotalTime>1838</TotalTime>
  <Words>285</Words>
  <Application>Microsoft Office PowerPoint</Application>
  <PresentationFormat>全屏显示(4:3)</PresentationFormat>
  <Paragraphs>52</Paragraphs>
  <Slides>20</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20</vt:i4>
      </vt:variant>
    </vt:vector>
  </HeadingPairs>
  <TitlesOfParts>
    <vt:vector size="25" baseType="lpstr">
      <vt:lpstr>Calibri</vt:lpstr>
      <vt:lpstr>Goudy Old Style</vt:lpstr>
      <vt:lpstr>Impact</vt:lpstr>
      <vt:lpstr>Rockwell</vt:lpstr>
      <vt:lpstr>Inkwell</vt:lpstr>
      <vt:lpstr>Tutorial 2 of CSC3100</vt:lpstr>
      <vt:lpstr>Today’s roadmap</vt:lpstr>
      <vt:lpstr>Part 1: Array</vt:lpstr>
      <vt:lpstr>Arrays Class</vt:lpstr>
      <vt:lpstr>Binary Search</vt:lpstr>
      <vt:lpstr>equals</vt:lpstr>
      <vt:lpstr>fill</vt:lpstr>
      <vt:lpstr>Sort</vt:lpstr>
      <vt:lpstr>Part 2: Bubble Sort</vt:lpstr>
      <vt:lpstr>What is Bubble Sort ?</vt:lpstr>
      <vt:lpstr>A toy example (From Programiz)</vt:lpstr>
      <vt:lpstr>A toy example Cont.</vt:lpstr>
      <vt:lpstr>Code for Bubble Sort</vt:lpstr>
      <vt:lpstr>Part 3: Binary Search</vt:lpstr>
      <vt:lpstr>What is Binary Search ?</vt:lpstr>
      <vt:lpstr>A toy example (From Programiz)</vt:lpstr>
      <vt:lpstr>A toy example Cont.</vt:lpstr>
      <vt:lpstr>Code for Binary Search</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Recursion</dc:title>
  <dc:creator>Derong Jin</dc:creator>
  <cp:lastModifiedBy>Jin Derong</cp:lastModifiedBy>
  <cp:revision>92</cp:revision>
  <dcterms:created xsi:type="dcterms:W3CDTF">2013-08-29T14:27:28Z</dcterms:created>
  <dcterms:modified xsi:type="dcterms:W3CDTF">2022-09-12T15:23:03Z</dcterms:modified>
</cp:coreProperties>
</file>